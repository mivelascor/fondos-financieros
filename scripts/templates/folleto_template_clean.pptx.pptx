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6EE34-FED3-9153-BB57-FAE40BEF2E88}" v="1" dt="2026-03-03T20:18:10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/>
    <p:restoredTop sz="96197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bezas" userId="S::nicolas.cabezas@vantrust.cl::858cceca-9205-4b14-b063-d9dbf783859e" providerId="AD" clId="Web-{6B86EE34-FED3-9153-BB57-FAE40BEF2E88}"/>
    <pc:docChg chg="modSld">
      <pc:chgData name="Nicolas Cabezas" userId="S::nicolas.cabezas@vantrust.cl::858cceca-9205-4b14-b063-d9dbf783859e" providerId="AD" clId="Web-{6B86EE34-FED3-9153-BB57-FAE40BEF2E88}" dt="2026-03-03T20:18:10.944" v="0"/>
      <pc:docMkLst>
        <pc:docMk/>
      </pc:docMkLst>
      <pc:sldChg chg="delSp">
        <pc:chgData name="Nicolas Cabezas" userId="S::nicolas.cabezas@vantrust.cl::858cceca-9205-4b14-b063-d9dbf783859e" providerId="AD" clId="Web-{6B86EE34-FED3-9153-BB57-FAE40BEF2E88}" dt="2026-03-03T20:18:10.944" v="0"/>
        <pc:sldMkLst>
          <pc:docMk/>
          <pc:sldMk cId="1784530740" sldId="258"/>
        </pc:sldMkLst>
        <pc:graphicFrameChg chg="del">
          <ac:chgData name="Nicolas Cabezas" userId="S::nicolas.cabezas@vantrust.cl::858cceca-9205-4b14-b063-d9dbf783859e" providerId="AD" clId="Web-{6B86EE34-FED3-9153-BB57-FAE40BEF2E88}" dt="2026-03-03T20:18:10.944" v="0"/>
          <ac:graphicFrameMkLst>
            <pc:docMk/>
            <pc:sldMk cId="1784530740" sldId="258"/>
            <ac:graphicFrameMk id="17" creationId="{0F0156AB-F19D-924E-FD68-DFC446F5ED7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file:///\\192.168.1.209\Areas_Datos_Compartidos\Carpeta%20Renta%20Fija\Fondos\TEMPLATE%20FONDOS\EXCELS\TEMPLATE%20FONDO%20ALTO%20APORTE.xlsx!Comentario!F2C1:F4C1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file:///\\192.168.1.209\Areas_Datos_Compartidos\Carpeta%20Renta%20Fija\Fondos\TEMPLATE%20FONDOS\EXCELS\TEMPLATE%20FONDO%20ALTO%20APORTE.xlsx!Datos%20ICP%20(2)!%5bTEMPLATE%20FONDO%20ALTO%20APORTE.xlsx%5dDatos%20ICP%20(2)%2034%20Gr&#225;fic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92.168.1.209\Areas_Datos_Compartidos\Carpeta%20Renta%20Fija\Fondos\TEMPLATE%20FONDOS\EXCELS\TEMPLATE%20FONDO%20ALTO%20APORTE.xlsx!composici&#243;n!F3C11:F7C1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file:///\\192.168.1.209\Areas_Datos_Compartidos\Carpeta%20Renta%20Fija\Fondos\TEMPLATE%20FONDOS\EXCELS\TEMPLATE%20FONDO%20ALTO%20APORTE.xlsx!composici&#243;n!F3C19:F4C20" TargetMode="Externa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Alto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Aporte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717452" y="1088123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Comentario Portafolio Manager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162794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Alto Aporte,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b="1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Mínimo de Inversión Inicial: $300.000.000 .-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375723" y="3524690"/>
            <a:ext cx="2005904" cy="247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Gestion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Patrimonial S.A. 77.270.966-8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Julio 2022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Si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Mercado- Crédito - Liquidez  - Tasa de interés - Derivados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0,1785% IVA Incluido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5638A7-23C2-BE95-F9B8-1E0EA82E8137}"/>
              </a:ext>
            </a:extLst>
          </p:cNvPr>
          <p:cNvCxnSpPr>
            <a:cxnSpLocks/>
          </p:cNvCxnSpPr>
          <p:nvPr/>
        </p:nvCxnSpPr>
        <p:spPr>
          <a:xfrm flipV="1">
            <a:off x="3830320" y="8316870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5E1689-A4B5-60DB-3125-15703FF8D0AC}"/>
              </a:ext>
            </a:extLst>
          </p:cNvPr>
          <p:cNvCxnSpPr>
            <a:cxnSpLocks/>
          </p:cNvCxnSpPr>
          <p:nvPr/>
        </p:nvCxnSpPr>
        <p:spPr>
          <a:xfrm>
            <a:off x="3830320" y="11500207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4179553-6C4B-1F1B-A19E-EE3A684812AD}"/>
              </a:ext>
            </a:extLst>
          </p:cNvPr>
          <p:cNvSpPr txBox="1"/>
          <p:nvPr/>
        </p:nvSpPr>
        <p:spPr>
          <a:xfrm>
            <a:off x="3721117" y="8005106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0E710717-E7D2-88EB-4D65-6D9178587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42303"/>
              </p:ext>
            </p:extLst>
          </p:nvPr>
        </p:nvGraphicFramePr>
        <p:xfrm>
          <a:off x="3886200" y="1524000"/>
          <a:ext cx="43053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05405" imgH="2067110" progId="Excel.Sheet.12">
                  <p:link updateAutomatic="1"/>
                </p:oleObj>
              </mc:Choice>
              <mc:Fallback>
                <p:oleObj name="Worksheet" r:id="rId2" imgW="4305405" imgH="2067110" progId="Excel.Sheet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0E710717-E7D2-88EB-4D65-6D9178587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6200" y="1524000"/>
                        <a:ext cx="4305300" cy="20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9C5A6DA-8D09-832F-FE36-0FBE90360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783450"/>
              </p:ext>
            </p:extLst>
          </p:nvPr>
        </p:nvGraphicFramePr>
        <p:xfrm>
          <a:off x="3894138" y="3490913"/>
          <a:ext cx="4292600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10261" imgH="4447943" progId="Excel.Sheet.12">
                  <p:link updateAutomatic="1"/>
                </p:oleObj>
              </mc:Choice>
              <mc:Fallback>
                <p:oleObj name="Worksheet" r:id="rId4" imgW="6410261" imgH="44479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4138" y="3490913"/>
                        <a:ext cx="4292600" cy="274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7836E50-891E-9C36-FEC2-DEB2BEB1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142" y="6612030"/>
            <a:ext cx="5201354" cy="72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2FEB0CE-D207-2AD9-E87C-6E5DAD909032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540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C4F03D-3D79-B951-9C58-BB8651AE4F19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282681-A294-7026-1D34-B26EF906E9CA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3995808" y="9387232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C3E9B422-9B9B-B42E-196E-69A4CE94E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32569"/>
              </p:ext>
            </p:extLst>
          </p:nvPr>
        </p:nvGraphicFramePr>
        <p:xfrm>
          <a:off x="381000" y="9101138"/>
          <a:ext cx="2676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76363" imgH="961911" progId="Excel.Sheet.12">
                  <p:link updateAutomatic="1"/>
                </p:oleObj>
              </mc:Choice>
              <mc:Fallback>
                <p:oleObj name="Worksheet" r:id="rId3" imgW="2676363" imgH="96191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101138"/>
                        <a:ext cx="2676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01BAA7-CC43-390A-9FF2-D25F6752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46644"/>
              </p:ext>
            </p:extLst>
          </p:nvPr>
        </p:nvGraphicFramePr>
        <p:xfrm>
          <a:off x="37059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C8EB108-8432-C777-A749-33D46A40F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749712"/>
              </p:ext>
            </p:extLst>
          </p:nvPr>
        </p:nvGraphicFramePr>
        <p:xfrm>
          <a:off x="254000" y="3390900"/>
          <a:ext cx="2798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09963" imgH="390647" progId="Excel.Sheet.12">
                  <p:link updateAutomatic="1"/>
                </p:oleObj>
              </mc:Choice>
              <mc:Fallback>
                <p:oleObj name="Worksheet" r:id="rId5" imgW="3009963" imgH="3906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000" y="3390900"/>
                        <a:ext cx="279876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5705</TotalTime>
  <Words>600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Valeria Cabrera</cp:lastModifiedBy>
  <cp:revision>52</cp:revision>
  <dcterms:created xsi:type="dcterms:W3CDTF">2023-10-23T13:37:39Z</dcterms:created>
  <dcterms:modified xsi:type="dcterms:W3CDTF">2026-03-03T20:18:11Z</dcterms:modified>
</cp:coreProperties>
</file>