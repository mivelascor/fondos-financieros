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100</c:v>
                </c:pt>
                <c:pt idx="1">
                  <c:v>100.4</c:v>
                </c:pt>
                <c:pt idx="2">
                  <c:v>100.79</c:v>
                </c:pt>
                <c:pt idx="3">
                  <c:v>101.19</c:v>
                </c:pt>
                <c:pt idx="4">
                  <c:v>101.59</c:v>
                </c:pt>
                <c:pt idx="5">
                  <c:v>101.98</c:v>
                </c:pt>
                <c:pt idx="6">
                  <c:v>102.37</c:v>
                </c:pt>
                <c:pt idx="7">
                  <c:v>102.75</c:v>
                </c:pt>
                <c:pt idx="8">
                  <c:v>103.14</c:v>
                </c:pt>
                <c:pt idx="9">
                  <c:v>103.52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DISPONIBLE I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100</c:v>
                </c:pt>
                <c:pt idx="1">
                  <c:v>100.58</c:v>
                </c:pt>
                <c:pt idx="2">
                  <c:v>101.1</c:v>
                </c:pt>
                <c:pt idx="3">
                  <c:v>101.69</c:v>
                </c:pt>
                <c:pt idx="4">
                  <c:v>102.29</c:v>
                </c:pt>
                <c:pt idx="5">
                  <c:v>102.94</c:v>
                </c:pt>
                <c:pt idx="6">
                  <c:v>103.51</c:v>
                </c:pt>
                <c:pt idx="7">
                  <c:v>104.03</c:v>
                </c:pt>
                <c:pt idx="8">
                  <c:v>104.62</c:v>
                </c:pt>
                <c:pt idx="9">
                  <c:v>105.19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100</c:v>
                </c:pt>
                <c:pt idx="1">
                  <c:v>100.3</c:v>
                </c:pt>
                <c:pt idx="2">
                  <c:v>100.58</c:v>
                </c:pt>
                <c:pt idx="3">
                  <c:v>100.87</c:v>
                </c:pt>
                <c:pt idx="4">
                  <c:v>101.15</c:v>
                </c:pt>
                <c:pt idx="5">
                  <c:v>101.71</c:v>
                </c:pt>
                <c:pt idx="6">
                  <c:v>101.71</c:v>
                </c:pt>
                <c:pt idx="7">
                  <c:v>101.96</c:v>
                </c:pt>
                <c:pt idx="8">
                  <c:v>102.23</c:v>
                </c:pt>
                <c:pt idx="9">
                  <c:v>102.5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97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Disponible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76.727.565-K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Marzo 2017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0,75%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Disponible I,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12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Disponible I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 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DISPONIBLE I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-2.97%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DISPONIBLE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DISPONIBLE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DISPONIBLE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29,79%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17,81%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52,40%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2026-05-18T23:00:02Z</dcterms:created>
  <dcterms:modified xsi:type="dcterms:W3CDTF">2026-05-18T23:00:02Z</dcterms:modified>
</cp:coreProperties>
</file>