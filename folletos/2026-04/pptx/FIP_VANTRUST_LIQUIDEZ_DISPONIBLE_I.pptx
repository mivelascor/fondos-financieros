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</c:v>
                </c:pt>
                <c:pt idx="1">
                  <c:v>100.48</c:v>
                </c:pt>
                <c:pt idx="2">
                  <c:v>100.96</c:v>
                </c:pt>
                <c:pt idx="3">
                  <c:v>101.42</c:v>
                </c:pt>
                <c:pt idx="4">
                  <c:v>101.86</c:v>
                </c:pt>
                <c:pt idx="5">
                  <c:v>102.31</c:v>
                </c:pt>
                <c:pt idx="6">
                  <c:v>102.77</c:v>
                </c:pt>
                <c:pt idx="7">
                  <c:v>103.17</c:v>
                </c:pt>
                <c:pt idx="8">
                  <c:v>103.61</c:v>
                </c:pt>
                <c:pt idx="9">
                  <c:v>104.05</c:v>
                </c:pt>
                <c:pt idx="10">
                  <c:v>104.48</c:v>
                </c:pt>
                <c:pt idx="11">
                  <c:v>104.93</c:v>
                </c:pt>
                <c:pt idx="12">
                  <c:v>105.38</c:v>
                </c:pt>
                <c:pt idx="13">
                  <c:v>105.79</c:v>
                </c:pt>
                <c:pt idx="14">
                  <c:v>106.24</c:v>
                </c:pt>
                <c:pt idx="15">
                  <c:v>106.66</c:v>
                </c:pt>
                <c:pt idx="16">
                  <c:v>107.07</c:v>
                </c:pt>
                <c:pt idx="17">
                  <c:v>107.51</c:v>
                </c:pt>
                <c:pt idx="18">
                  <c:v>107.93</c:v>
                </c:pt>
                <c:pt idx="19">
                  <c:v>108.32</c:v>
                </c:pt>
                <c:pt idx="20">
                  <c:v>108.74</c:v>
                </c:pt>
                <c:pt idx="21">
                  <c:v>81.08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100</c:v>
                </c:pt>
                <c:pt idx="1">
                  <c:v>100.18</c:v>
                </c:pt>
                <c:pt idx="2">
                  <c:v>100.75</c:v>
                </c:pt>
                <c:pt idx="3">
                  <c:v>101.27</c:v>
                </c:pt>
                <c:pt idx="4">
                  <c:v>101.81</c:v>
                </c:pt>
                <c:pt idx="5">
                  <c:v>102.33</c:v>
                </c:pt>
                <c:pt idx="6">
                  <c:v>102.78</c:v>
                </c:pt>
                <c:pt idx="7">
                  <c:v>103.24</c:v>
                </c:pt>
                <c:pt idx="8">
                  <c:v>103.86</c:v>
                </c:pt>
                <c:pt idx="9">
                  <c:v>104.59</c:v>
                </c:pt>
                <c:pt idx="10">
                  <c:v>105.27</c:v>
                </c:pt>
                <c:pt idx="11">
                  <c:v>105.86</c:v>
                </c:pt>
                <c:pt idx="12">
                  <c:v>106.47</c:v>
                </c:pt>
                <c:pt idx="13">
                  <c:v>107.08</c:v>
                </c:pt>
                <c:pt idx="14">
                  <c:v>107.64</c:v>
                </c:pt>
                <c:pt idx="15">
                  <c:v>108.27</c:v>
                </c:pt>
                <c:pt idx="16">
                  <c:v>108.91</c:v>
                </c:pt>
                <c:pt idx="17">
                  <c:v>109.6</c:v>
                </c:pt>
                <c:pt idx="18">
                  <c:v>110.2</c:v>
                </c:pt>
                <c:pt idx="19">
                  <c:v>110.76</c:v>
                </c:pt>
                <c:pt idx="20">
                  <c:v>111.39</c:v>
                </c:pt>
                <c:pt idx="21">
                  <c:v>111.99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100</c:v>
                </c:pt>
                <c:pt idx="1">
                  <c:v>100.36</c:v>
                </c:pt>
                <c:pt idx="2">
                  <c:v>100.7</c:v>
                </c:pt>
                <c:pt idx="3">
                  <c:v>101.05</c:v>
                </c:pt>
                <c:pt idx="4">
                  <c:v>101.37</c:v>
                </c:pt>
                <c:pt idx="5">
                  <c:v>101.7</c:v>
                </c:pt>
                <c:pt idx="6">
                  <c:v>102</c:v>
                </c:pt>
                <c:pt idx="7">
                  <c:v>102.29</c:v>
                </c:pt>
                <c:pt idx="8">
                  <c:v>102.6</c:v>
                </c:pt>
                <c:pt idx="9">
                  <c:v>102.91</c:v>
                </c:pt>
                <c:pt idx="10">
                  <c:v>103.22</c:v>
                </c:pt>
                <c:pt idx="11">
                  <c:v>103.53</c:v>
                </c:pt>
                <c:pt idx="12">
                  <c:v>103.84</c:v>
                </c:pt>
                <c:pt idx="13">
                  <c:v>104.15</c:v>
                </c:pt>
                <c:pt idx="14">
                  <c:v>104.44</c:v>
                </c:pt>
                <c:pt idx="15">
                  <c:v>104.74</c:v>
                </c:pt>
                <c:pt idx="16">
                  <c:v>105.03</c:v>
                </c:pt>
                <c:pt idx="17">
                  <c:v>105.33</c:v>
                </c:pt>
                <c:pt idx="18">
                  <c:v>105.61</c:v>
                </c:pt>
                <c:pt idx="19">
                  <c:v>105.87</c:v>
                </c:pt>
                <c:pt idx="20">
                  <c:v>106.16</c:v>
                </c:pt>
                <c:pt idx="2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in val="7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2026-05-19T13:58:42Z</dcterms:created>
  <dcterms:modified xsi:type="dcterms:W3CDTF">2026-05-19T13:58:42Z</dcterms:modified>
</cp:coreProperties>
</file>