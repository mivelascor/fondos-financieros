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Disponible I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1000.2</c:v>
                </c:pt>
                <c:pt idx="2">
                  <c:v>1000.45</c:v>
                </c:pt>
                <c:pt idx="3">
                  <c:v>1000.64</c:v>
                </c:pt>
                <c:pt idx="4">
                  <c:v>1000.83</c:v>
                </c:pt>
                <c:pt idx="5">
                  <c:v>1001.02</c:v>
                </c:pt>
                <c:pt idx="6">
                  <c:v>1001.2</c:v>
                </c:pt>
                <c:pt idx="7">
                  <c:v>1001.38</c:v>
                </c:pt>
                <c:pt idx="8">
                  <c:v>1001.56</c:v>
                </c:pt>
                <c:pt idx="9">
                  <c:v>1001.77</c:v>
                </c:pt>
                <c:pt idx="10">
                  <c:v>1001.95</c:v>
                </c:pt>
                <c:pt idx="11">
                  <c:v>1002.14</c:v>
                </c:pt>
                <c:pt idx="12">
                  <c:v>1002.31</c:v>
                </c:pt>
                <c:pt idx="13">
                  <c:v>1002.49</c:v>
                </c:pt>
                <c:pt idx="14">
                  <c:v>1002.67</c:v>
                </c:pt>
                <c:pt idx="15">
                  <c:v>1002.85</c:v>
                </c:pt>
                <c:pt idx="16">
                  <c:v>1003.04</c:v>
                </c:pt>
                <c:pt idx="17">
                  <c:v>1003.22</c:v>
                </c:pt>
                <c:pt idx="18">
                  <c:v>1003.4</c:v>
                </c:pt>
                <c:pt idx="19">
                  <c:v>1003.55</c:v>
                </c:pt>
                <c:pt idx="20">
                  <c:v>1003.74</c:v>
                </c:pt>
                <c:pt idx="21">
                  <c:v>1003.92</c:v>
                </c:pt>
                <c:pt idx="22">
                  <c:v>1004.11</c:v>
                </c:pt>
                <c:pt idx="23">
                  <c:v>1004.29</c:v>
                </c:pt>
                <c:pt idx="24">
                  <c:v>1004.47</c:v>
                </c:pt>
                <c:pt idx="25">
                  <c:v>1004.66</c:v>
                </c:pt>
                <c:pt idx="26">
                  <c:v>1004.85</c:v>
                </c:pt>
                <c:pt idx="27">
                  <c:v>1005.02</c:v>
                </c:pt>
                <c:pt idx="28">
                  <c:v>1005.21</c:v>
                </c:pt>
                <c:pt idx="29">
                  <c:v>1005.39</c:v>
                </c:pt>
                <c:pt idx="30">
                  <c:v>1005.58</c:v>
                </c:pt>
                <c:pt idx="31">
                  <c:v>1005.78</c:v>
                </c:pt>
                <c:pt idx="32">
                  <c:v>1005.97</c:v>
                </c:pt>
                <c:pt idx="33">
                  <c:v>1006.16</c:v>
                </c:pt>
                <c:pt idx="34">
                  <c:v>1006.35</c:v>
                </c:pt>
                <c:pt idx="35">
                  <c:v>1006.55</c:v>
                </c:pt>
                <c:pt idx="36">
                  <c:v>1006.74</c:v>
                </c:pt>
                <c:pt idx="37">
                  <c:v>1006.94</c:v>
                </c:pt>
                <c:pt idx="38">
                  <c:v>1007.13</c:v>
                </c:pt>
                <c:pt idx="39">
                  <c:v>1007.32</c:v>
                </c:pt>
                <c:pt idx="40">
                  <c:v>1007.53</c:v>
                </c:pt>
                <c:pt idx="41">
                  <c:v>1007.65</c:v>
                </c:pt>
                <c:pt idx="42">
                  <c:v>1007.77</c:v>
                </c:pt>
                <c:pt idx="43">
                  <c:v>1007.96</c:v>
                </c:pt>
                <c:pt idx="44">
                  <c:v>1008.15</c:v>
                </c:pt>
                <c:pt idx="45">
                  <c:v>1008.33</c:v>
                </c:pt>
                <c:pt idx="46">
                  <c:v>1008.52</c:v>
                </c:pt>
                <c:pt idx="47">
                  <c:v>1008.64</c:v>
                </c:pt>
                <c:pt idx="48">
                  <c:v>1008.76</c:v>
                </c:pt>
                <c:pt idx="49">
                  <c:v>1008.94</c:v>
                </c:pt>
                <c:pt idx="50">
                  <c:v>1009.12</c:v>
                </c:pt>
                <c:pt idx="51">
                  <c:v>1009.31</c:v>
                </c:pt>
                <c:pt idx="52">
                  <c:v>1009.49</c:v>
                </c:pt>
                <c:pt idx="53">
                  <c:v>1009.67</c:v>
                </c:pt>
                <c:pt idx="54">
                  <c:v>1009.86</c:v>
                </c:pt>
                <c:pt idx="55">
                  <c:v>1010.04</c:v>
                </c:pt>
                <c:pt idx="56">
                  <c:v>1010.22</c:v>
                </c:pt>
                <c:pt idx="57">
                  <c:v>1010.43</c:v>
                </c:pt>
                <c:pt idx="58">
                  <c:v>1010.62</c:v>
                </c:pt>
                <c:pt idx="59">
                  <c:v>1010.81</c:v>
                </c:pt>
                <c:pt idx="60">
                  <c:v>1011</c:v>
                </c:pt>
                <c:pt idx="61">
                  <c:v>1011.12</c:v>
                </c:pt>
                <c:pt idx="62">
                  <c:v>1011.24</c:v>
                </c:pt>
                <c:pt idx="63">
                  <c:v>1011.44</c:v>
                </c:pt>
                <c:pt idx="64">
                  <c:v>1011.65</c:v>
                </c:pt>
                <c:pt idx="65">
                  <c:v>1011.85</c:v>
                </c:pt>
                <c:pt idx="66">
                  <c:v>1012.05</c:v>
                </c:pt>
                <c:pt idx="67">
                  <c:v>1012.26</c:v>
                </c:pt>
                <c:pt idx="68">
                  <c:v>1012.46</c:v>
                </c:pt>
                <c:pt idx="69">
                  <c:v>1012.66</c:v>
                </c:pt>
                <c:pt idx="70">
                  <c:v>1012.86</c:v>
                </c:pt>
                <c:pt idx="71">
                  <c:v>1013.06</c:v>
                </c:pt>
                <c:pt idx="72">
                  <c:v>1013.25</c:v>
                </c:pt>
                <c:pt idx="73">
                  <c:v>1013.45</c:v>
                </c:pt>
                <c:pt idx="74">
                  <c:v>1013.63</c:v>
                </c:pt>
                <c:pt idx="75">
                  <c:v>1013.75</c:v>
                </c:pt>
                <c:pt idx="76">
                  <c:v>1013.86</c:v>
                </c:pt>
                <c:pt idx="77">
                  <c:v>1014.06</c:v>
                </c:pt>
                <c:pt idx="78">
                  <c:v>1014.25</c:v>
                </c:pt>
                <c:pt idx="79">
                  <c:v>1014.45</c:v>
                </c:pt>
                <c:pt idx="80">
                  <c:v>1014.64</c:v>
                </c:pt>
                <c:pt idx="81">
                  <c:v>1014.84</c:v>
                </c:pt>
                <c:pt idx="82">
                  <c:v>1015.03</c:v>
                </c:pt>
                <c:pt idx="83">
                  <c:v>1015.22</c:v>
                </c:pt>
                <c:pt idx="84">
                  <c:v>1015.41</c:v>
                </c:pt>
                <c:pt idx="85">
                  <c:v>1015.6</c:v>
                </c:pt>
                <c:pt idx="86">
                  <c:v>1015.78</c:v>
                </c:pt>
                <c:pt idx="87">
                  <c:v>1015.96</c:v>
                </c:pt>
                <c:pt idx="88">
                  <c:v>1016.14</c:v>
                </c:pt>
                <c:pt idx="89">
                  <c:v>1016.32</c:v>
                </c:pt>
                <c:pt idx="90">
                  <c:v>1016.49</c:v>
                </c:pt>
                <c:pt idx="91">
                  <c:v>1016.69</c:v>
                </c:pt>
                <c:pt idx="92">
                  <c:v>1016.89</c:v>
                </c:pt>
                <c:pt idx="93">
                  <c:v>1017.09</c:v>
                </c:pt>
                <c:pt idx="94">
                  <c:v>1017.29</c:v>
                </c:pt>
                <c:pt idx="95">
                  <c:v>1017.5</c:v>
                </c:pt>
                <c:pt idx="96">
                  <c:v>1017.69</c:v>
                </c:pt>
                <c:pt idx="97">
                  <c:v>1017.89</c:v>
                </c:pt>
                <c:pt idx="98">
                  <c:v>1018.09</c:v>
                </c:pt>
                <c:pt idx="99">
                  <c:v>1018.3</c:v>
                </c:pt>
                <c:pt idx="100">
                  <c:v>1018.5</c:v>
                </c:pt>
                <c:pt idx="101">
                  <c:v>1018.71</c:v>
                </c:pt>
                <c:pt idx="102">
                  <c:v>1018.92</c:v>
                </c:pt>
                <c:pt idx="103">
                  <c:v>1019.04</c:v>
                </c:pt>
                <c:pt idx="104">
                  <c:v>1019.16</c:v>
                </c:pt>
                <c:pt idx="105">
                  <c:v>1019.37</c:v>
                </c:pt>
                <c:pt idx="106">
                  <c:v>1019.57</c:v>
                </c:pt>
                <c:pt idx="107">
                  <c:v>1019.79</c:v>
                </c:pt>
                <c:pt idx="108">
                  <c:v>1020</c:v>
                </c:pt>
                <c:pt idx="109">
                  <c:v>1020.22</c:v>
                </c:pt>
                <c:pt idx="110">
                  <c:v>1020.43</c:v>
                </c:pt>
                <c:pt idx="111">
                  <c:v>1020.65</c:v>
                </c:pt>
                <c:pt idx="112">
                  <c:v>1020.89</c:v>
                </c:pt>
                <c:pt idx="113">
                  <c:v>1021.11</c:v>
                </c:pt>
                <c:pt idx="114">
                  <c:v>1021.35</c:v>
                </c:pt>
                <c:pt idx="115">
                  <c:v>1021.58</c:v>
                </c:pt>
                <c:pt idx="116">
                  <c:v>1021.81</c:v>
                </c:pt>
                <c:pt idx="117">
                  <c:v>1022</c:v>
                </c:pt>
                <c:pt idx="118">
                  <c:v>1022.12</c:v>
                </c:pt>
                <c:pt idx="119">
                  <c:v>1022.25</c:v>
                </c:pt>
                <c:pt idx="120">
                  <c:v>1022.46</c:v>
                </c:pt>
                <c:pt idx="121">
                  <c:v>1022.7</c:v>
                </c:pt>
                <c:pt idx="122">
                  <c:v>1022.92</c:v>
                </c:pt>
                <c:pt idx="123">
                  <c:v>1023.15</c:v>
                </c:pt>
                <c:pt idx="124">
                  <c:v>1023.37</c:v>
                </c:pt>
                <c:pt idx="125">
                  <c:v>1023.59</c:v>
                </c:pt>
                <c:pt idx="126">
                  <c:v>1023.8</c:v>
                </c:pt>
                <c:pt idx="127">
                  <c:v>1024.02</c:v>
                </c:pt>
                <c:pt idx="128">
                  <c:v>1024.21</c:v>
                </c:pt>
                <c:pt idx="129">
                  <c:v>1024.4</c:v>
                </c:pt>
                <c:pt idx="130">
                  <c:v>1024.59</c:v>
                </c:pt>
                <c:pt idx="131">
                  <c:v>1024.78</c:v>
                </c:pt>
                <c:pt idx="132">
                  <c:v>1024.96</c:v>
                </c:pt>
                <c:pt idx="133">
                  <c:v>1025.15</c:v>
                </c:pt>
                <c:pt idx="134">
                  <c:v>1025.34</c:v>
                </c:pt>
                <c:pt idx="135">
                  <c:v>1025.53</c:v>
                </c:pt>
                <c:pt idx="136">
                  <c:v>1025.72</c:v>
                </c:pt>
                <c:pt idx="137">
                  <c:v>1025.9</c:v>
                </c:pt>
                <c:pt idx="138">
                  <c:v>1026.09</c:v>
                </c:pt>
                <c:pt idx="139">
                  <c:v>1026.26</c:v>
                </c:pt>
                <c:pt idx="140">
                  <c:v>1026.46</c:v>
                </c:pt>
                <c:pt idx="141">
                  <c:v>1026.68</c:v>
                </c:pt>
                <c:pt idx="142">
                  <c:v>1026.9</c:v>
                </c:pt>
                <c:pt idx="143">
                  <c:v>1027.12</c:v>
                </c:pt>
                <c:pt idx="144">
                  <c:v>1027.34</c:v>
                </c:pt>
                <c:pt idx="145">
                  <c:v>1027.51</c:v>
                </c:pt>
                <c:pt idx="146">
                  <c:v>1027.73</c:v>
                </c:pt>
                <c:pt idx="147">
                  <c:v>1027.94</c:v>
                </c:pt>
                <c:pt idx="148">
                  <c:v>1028.14</c:v>
                </c:pt>
                <c:pt idx="149">
                  <c:v>1028.35</c:v>
                </c:pt>
                <c:pt idx="150">
                  <c:v>1028.55</c:v>
                </c:pt>
                <c:pt idx="151">
                  <c:v>1028.76</c:v>
                </c:pt>
                <c:pt idx="152">
                  <c:v>1028.96</c:v>
                </c:pt>
                <c:pt idx="153">
                  <c:v>1029.17</c:v>
                </c:pt>
                <c:pt idx="154">
                  <c:v>1029.37</c:v>
                </c:pt>
                <c:pt idx="155">
                  <c:v>1029.58</c:v>
                </c:pt>
                <c:pt idx="156">
                  <c:v>1029.79</c:v>
                </c:pt>
                <c:pt idx="157">
                  <c:v>1030.01</c:v>
                </c:pt>
                <c:pt idx="158">
                  <c:v>1030.23</c:v>
                </c:pt>
                <c:pt idx="159">
                  <c:v>1030.44</c:v>
                </c:pt>
                <c:pt idx="160">
                  <c:v>1030.66</c:v>
                </c:pt>
                <c:pt idx="161">
                  <c:v>1030.88</c:v>
                </c:pt>
                <c:pt idx="162">
                  <c:v>1031.07</c:v>
                </c:pt>
                <c:pt idx="163">
                  <c:v>1031.25</c:v>
                </c:pt>
                <c:pt idx="164">
                  <c:v>1031.44</c:v>
                </c:pt>
                <c:pt idx="165">
                  <c:v>1031.64</c:v>
                </c:pt>
                <c:pt idx="166">
                  <c:v>1031.82</c:v>
                </c:pt>
                <c:pt idx="167">
                  <c:v>1031.96</c:v>
                </c:pt>
                <c:pt idx="168">
                  <c:v>1032.16</c:v>
                </c:pt>
                <c:pt idx="169">
                  <c:v>1032.34</c:v>
                </c:pt>
                <c:pt idx="170">
                  <c:v>1032.52</c:v>
                </c:pt>
                <c:pt idx="171">
                  <c:v>1032.7</c:v>
                </c:pt>
                <c:pt idx="172">
                  <c:v>1032.88</c:v>
                </c:pt>
                <c:pt idx="173">
                  <c:v>1033.09</c:v>
                </c:pt>
                <c:pt idx="174">
                  <c:v>1033.29</c:v>
                </c:pt>
                <c:pt idx="175">
                  <c:v>1033.47</c:v>
                </c:pt>
                <c:pt idx="176">
                  <c:v>1033.67</c:v>
                </c:pt>
                <c:pt idx="177">
                  <c:v>1033.85</c:v>
                </c:pt>
                <c:pt idx="178">
                  <c:v>1034.05</c:v>
                </c:pt>
                <c:pt idx="179">
                  <c:v>1034.25</c:v>
                </c:pt>
                <c:pt idx="180">
                  <c:v>1034.43</c:v>
                </c:pt>
                <c:pt idx="181">
                  <c:v>1034.58</c:v>
                </c:pt>
                <c:pt idx="182">
                  <c:v>1034.78</c:v>
                </c:pt>
                <c:pt idx="183">
                  <c:v>1034.87</c:v>
                </c:pt>
                <c:pt idx="184">
                  <c:v>1035.06</c:v>
                </c:pt>
                <c:pt idx="185">
                  <c:v>1035.26</c:v>
                </c:pt>
                <c:pt idx="186">
                  <c:v>1035.46</c:v>
                </c:pt>
                <c:pt idx="187">
                  <c:v>1035.65</c:v>
                </c:pt>
                <c:pt idx="188">
                  <c:v>1035.83</c:v>
                </c:pt>
                <c:pt idx="189">
                  <c:v>1035.92</c:v>
                </c:pt>
                <c:pt idx="190">
                  <c:v>1036.11</c:v>
                </c:pt>
                <c:pt idx="191">
                  <c:v>1036.31</c:v>
                </c:pt>
                <c:pt idx="192">
                  <c:v>1036.51</c:v>
                </c:pt>
                <c:pt idx="193">
                  <c:v>1036.71</c:v>
                </c:pt>
                <c:pt idx="194">
                  <c:v>1036.89</c:v>
                </c:pt>
                <c:pt idx="195">
                  <c:v>1037.08</c:v>
                </c:pt>
                <c:pt idx="196">
                  <c:v>1037.26</c:v>
                </c:pt>
                <c:pt idx="197">
                  <c:v>1037.45</c:v>
                </c:pt>
                <c:pt idx="198">
                  <c:v>1037.64</c:v>
                </c:pt>
                <c:pt idx="199">
                  <c:v>1037.84</c:v>
                </c:pt>
                <c:pt idx="200">
                  <c:v>1038.04</c:v>
                </c:pt>
                <c:pt idx="201">
                  <c:v>1038.22</c:v>
                </c:pt>
                <c:pt idx="202">
                  <c:v>1038.41</c:v>
                </c:pt>
                <c:pt idx="203">
                  <c:v>1038.6</c:v>
                </c:pt>
                <c:pt idx="204">
                  <c:v>1038.79</c:v>
                </c:pt>
                <c:pt idx="205">
                  <c:v>1038.98</c:v>
                </c:pt>
                <c:pt idx="206">
                  <c:v>1039.18</c:v>
                </c:pt>
                <c:pt idx="207">
                  <c:v>1039.39</c:v>
                </c:pt>
                <c:pt idx="208">
                  <c:v>1039.57</c:v>
                </c:pt>
                <c:pt idx="209">
                  <c:v>1039.76</c:v>
                </c:pt>
                <c:pt idx="210">
                  <c:v>1039.95</c:v>
                </c:pt>
                <c:pt idx="211">
                  <c:v>1040.14</c:v>
                </c:pt>
                <c:pt idx="212">
                  <c:v>1040.33</c:v>
                </c:pt>
                <c:pt idx="213">
                  <c:v>1040.53</c:v>
                </c:pt>
                <c:pt idx="214">
                  <c:v>1040.73</c:v>
                </c:pt>
                <c:pt idx="215">
                  <c:v>1040.93</c:v>
                </c:pt>
                <c:pt idx="216">
                  <c:v>1041.14</c:v>
                </c:pt>
                <c:pt idx="217">
                  <c:v>1041.35</c:v>
                </c:pt>
                <c:pt idx="218">
                  <c:v>1041.55</c:v>
                </c:pt>
                <c:pt idx="219">
                  <c:v>1041.76</c:v>
                </c:pt>
                <c:pt idx="220">
                  <c:v>1041.97</c:v>
                </c:pt>
                <c:pt idx="221">
                  <c:v>1042.19</c:v>
                </c:pt>
                <c:pt idx="222">
                  <c:v>1042.41</c:v>
                </c:pt>
                <c:pt idx="223">
                  <c:v>1042.6</c:v>
                </c:pt>
                <c:pt idx="224">
                  <c:v>1042.79</c:v>
                </c:pt>
                <c:pt idx="225">
                  <c:v>1042.97</c:v>
                </c:pt>
                <c:pt idx="226">
                  <c:v>1043.16</c:v>
                </c:pt>
                <c:pt idx="227">
                  <c:v>1043.35</c:v>
                </c:pt>
                <c:pt idx="228">
                  <c:v>1043.53</c:v>
                </c:pt>
                <c:pt idx="229">
                  <c:v>1043.72</c:v>
                </c:pt>
                <c:pt idx="230">
                  <c:v>1043.89</c:v>
                </c:pt>
                <c:pt idx="231">
                  <c:v>1044.07</c:v>
                </c:pt>
                <c:pt idx="232">
                  <c:v>1044.25</c:v>
                </c:pt>
                <c:pt idx="233">
                  <c:v>1044.43</c:v>
                </c:pt>
                <c:pt idx="234">
                  <c:v>1044.63</c:v>
                </c:pt>
                <c:pt idx="235">
                  <c:v>1044.82</c:v>
                </c:pt>
                <c:pt idx="236">
                  <c:v>1045</c:v>
                </c:pt>
                <c:pt idx="237">
                  <c:v>1045.19</c:v>
                </c:pt>
                <c:pt idx="238">
                  <c:v>1045.36</c:v>
                </c:pt>
                <c:pt idx="239">
                  <c:v>1045.53</c:v>
                </c:pt>
                <c:pt idx="240">
                  <c:v>1045.71</c:v>
                </c:pt>
                <c:pt idx="241">
                  <c:v>1045.9</c:v>
                </c:pt>
                <c:pt idx="242">
                  <c:v>1046.09</c:v>
                </c:pt>
                <c:pt idx="243">
                  <c:v>1046.27</c:v>
                </c:pt>
                <c:pt idx="244">
                  <c:v>1046.45</c:v>
                </c:pt>
                <c:pt idx="245">
                  <c:v>1046.64</c:v>
                </c:pt>
                <c:pt idx="246">
                  <c:v>1046.84</c:v>
                </c:pt>
                <c:pt idx="247">
                  <c:v>1047.03</c:v>
                </c:pt>
                <c:pt idx="248">
                  <c:v>1047.23</c:v>
                </c:pt>
                <c:pt idx="249">
                  <c:v>1047.43</c:v>
                </c:pt>
                <c:pt idx="250">
                  <c:v>1047.61</c:v>
                </c:pt>
                <c:pt idx="251">
                  <c:v>1047.79</c:v>
                </c:pt>
                <c:pt idx="252">
                  <c:v>1047.98</c:v>
                </c:pt>
                <c:pt idx="253">
                  <c:v>1048.16</c:v>
                </c:pt>
                <c:pt idx="254">
                  <c:v>1048.35</c:v>
                </c:pt>
                <c:pt idx="255">
                  <c:v>1048.55</c:v>
                </c:pt>
                <c:pt idx="256">
                  <c:v>1048.74</c:v>
                </c:pt>
                <c:pt idx="257">
                  <c:v>1048.93</c:v>
                </c:pt>
                <c:pt idx="258">
                  <c:v>1049.13</c:v>
                </c:pt>
                <c:pt idx="259">
                  <c:v>1049.32</c:v>
                </c:pt>
                <c:pt idx="260">
                  <c:v>1049.51</c:v>
                </c:pt>
                <c:pt idx="261">
                  <c:v>1049.69</c:v>
                </c:pt>
                <c:pt idx="262">
                  <c:v>1049.89</c:v>
                </c:pt>
                <c:pt idx="263">
                  <c:v>1050.08</c:v>
                </c:pt>
                <c:pt idx="264">
                  <c:v>1050.26</c:v>
                </c:pt>
                <c:pt idx="265">
                  <c:v>1050.46</c:v>
                </c:pt>
                <c:pt idx="266">
                  <c:v>1050.63</c:v>
                </c:pt>
                <c:pt idx="267">
                  <c:v>1050.81</c:v>
                </c:pt>
                <c:pt idx="268">
                  <c:v>1050.99</c:v>
                </c:pt>
                <c:pt idx="269">
                  <c:v>1051.18</c:v>
                </c:pt>
                <c:pt idx="270">
                  <c:v>1051.38</c:v>
                </c:pt>
                <c:pt idx="271">
                  <c:v>1051.56</c:v>
                </c:pt>
                <c:pt idx="272">
                  <c:v>1051.74</c:v>
                </c:pt>
                <c:pt idx="273">
                  <c:v>1051.92</c:v>
                </c:pt>
                <c:pt idx="274">
                  <c:v>1052.09</c:v>
                </c:pt>
                <c:pt idx="275">
                  <c:v>1052.28</c:v>
                </c:pt>
                <c:pt idx="276">
                  <c:v>1052.47</c:v>
                </c:pt>
                <c:pt idx="277">
                  <c:v>1052.66</c:v>
                </c:pt>
                <c:pt idx="278">
                  <c:v>1052.88</c:v>
                </c:pt>
                <c:pt idx="279">
                  <c:v>1053.11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954.34</c:v>
                </c:pt>
                <c:pt idx="2">
                  <c:v>954.34</c:v>
                </c:pt>
                <c:pt idx="3">
                  <c:v>954.34</c:v>
                </c:pt>
                <c:pt idx="4">
                  <c:v>954.34</c:v>
                </c:pt>
                <c:pt idx="5">
                  <c:v>930.42</c:v>
                </c:pt>
                <c:pt idx="6">
                  <c:v>904.11</c:v>
                </c:pt>
                <c:pt idx="7">
                  <c:v>904.11</c:v>
                </c:pt>
                <c:pt idx="8">
                  <c:v>904.11</c:v>
                </c:pt>
                <c:pt idx="9">
                  <c:v>904.11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</c:v>
                </c:pt>
                <c:pt idx="2">
                  <c:v>1005.77</c:v>
                </c:pt>
                <c:pt idx="3">
                  <c:v>1008.65</c:v>
                </c:pt>
                <c:pt idx="4">
                  <c:v>1011.47</c:v>
                </c:pt>
                <c:pt idx="5">
                  <c:v>1014.34</c:v>
                </c:pt>
                <c:pt idx="6">
                  <c:v>1017.11</c:v>
                </c:pt>
                <c:pt idx="7">
                  <c:v>1019.59</c:v>
                </c:pt>
                <c:pt idx="8">
                  <c:v>1022.33</c:v>
                </c:pt>
                <c:pt idx="9">
                  <c:v>1024.99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858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Disponible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628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6694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58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54126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6052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DISPONIBLE I, es la tasa de politica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647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" y="7351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9 CLP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Disponible I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41248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-93.32%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DISPONIBLE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96,27%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" y="245059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90472" y="245059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18872" y="264261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340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8872" y="291693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29,79%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17,81%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52,40%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8872" y="356616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90472" y="356616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2026-05-16T00:20:09Z</dcterms:created>
  <dcterms:modified xsi:type="dcterms:W3CDTF">2026-05-16T00:20:09Z</dcterms:modified>
</cp:coreProperties>
</file>