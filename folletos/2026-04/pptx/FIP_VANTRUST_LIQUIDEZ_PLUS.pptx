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86,18%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8,11%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2,46%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18872" y="304495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490472" y="304495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1,23%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18872" y="33101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015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18872" y="35844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8872" y="3657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576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587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587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599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599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18872" y="42611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490472" y="426110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2026-05-15T23:38:40Z</dcterms:created>
  <dcterms:modified xsi:type="dcterms:W3CDTF">2026-05-15T23:38:40Z</dcterms:modified>
</cp:coreProperties>
</file>