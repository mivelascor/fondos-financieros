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0266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0266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18872" y="321868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1012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18872" y="349300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8872" y="41422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490472" y="414223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2026-05-16T00:11:20Z</dcterms:created>
  <dcterms:modified xsi:type="dcterms:W3CDTF">2026-05-16T00:11:20Z</dcterms:modified>
</cp:coreProperties>
</file>