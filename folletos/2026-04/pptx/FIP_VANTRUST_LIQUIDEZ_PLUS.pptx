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Feb 2023</c:v>
                  </c:pt>
                  <c:pt idx="1">
                    <c:v>Mar 2023</c:v>
                  </c:pt>
                  <c:pt idx="2">
                    <c:v>Apr 2023</c:v>
                  </c:pt>
                  <c:pt idx="3">
                    <c:v>May 2023</c:v>
                  </c:pt>
                  <c:pt idx="4">
                    <c:v>Jun 2023</c:v>
                  </c:pt>
                  <c:pt idx="5">
                    <c:v>Jul 2023</c:v>
                  </c:pt>
                  <c:pt idx="6">
                    <c:v>Aug 2023</c:v>
                  </c:pt>
                  <c:pt idx="7">
                    <c:v>Sep 2023</c:v>
                  </c:pt>
                  <c:pt idx="8">
                    <c:v>Oct 2023</c:v>
                  </c:pt>
                  <c:pt idx="9">
                    <c:v>Nov 2023</c:v>
                  </c:pt>
                  <c:pt idx="10">
                    <c:v>Dec 2023</c:v>
                  </c:pt>
                  <c:pt idx="11">
                    <c:v>Jan 2024</c:v>
                  </c:pt>
                  <c:pt idx="12">
                    <c:v>Feb 2024</c:v>
                  </c:pt>
                  <c:pt idx="13">
                    <c:v>Mar 2024</c:v>
                  </c:pt>
                  <c:pt idx="14">
                    <c:v>Apr 2024</c:v>
                  </c:pt>
                  <c:pt idx="15">
                    <c:v>May 2024</c:v>
                  </c:pt>
                  <c:pt idx="16">
                    <c:v>Jun 2024</c:v>
                  </c:pt>
                  <c:pt idx="17">
                    <c:v>Jul 2024</c:v>
                  </c:pt>
                  <c:pt idx="18">
                    <c:v>Aug 2024</c:v>
                  </c:pt>
                  <c:pt idx="19">
                    <c:v>Sep 2024</c:v>
                  </c:pt>
                  <c:pt idx="20">
                    <c:v>Oct 2024</c:v>
                  </c:pt>
                  <c:pt idx="21">
                    <c:v>Nov 2024</c:v>
                  </c:pt>
                  <c:pt idx="22">
                    <c:v>Dec 2024</c:v>
                  </c:pt>
                  <c:pt idx="23">
                    <c:v>Jan 2025</c:v>
                  </c:pt>
                  <c:pt idx="24">
                    <c:v>Feb 2025</c:v>
                  </c:pt>
                  <c:pt idx="25">
                    <c:v>Mar 2025</c:v>
                  </c:pt>
                  <c:pt idx="26">
                    <c:v>Apr 2025</c:v>
                  </c:pt>
                  <c:pt idx="27">
                    <c:v>May 2025</c:v>
                  </c:pt>
                  <c:pt idx="28">
                    <c:v>Jun 2025</c:v>
                  </c:pt>
                  <c:pt idx="29">
                    <c:v>Jul 2025</c:v>
                  </c:pt>
                  <c:pt idx="30">
                    <c:v>Aug 2025</c:v>
                  </c:pt>
                  <c:pt idx="31">
                    <c:v>Sep 2025</c:v>
                  </c:pt>
                  <c:pt idx="32">
                    <c:v>Oct 2025</c:v>
                  </c:pt>
                  <c:pt idx="33">
                    <c:v>Nov 2025</c:v>
                  </c:pt>
                  <c:pt idx="34">
                    <c:v>Dec 2025</c:v>
                  </c:pt>
                  <c:pt idx="35">
                    <c:v>Jan 2026</c:v>
                  </c:pt>
                  <c:pt idx="36">
                    <c:v>Feb 2026</c:v>
                  </c:pt>
                  <c:pt idx="37">
                    <c:v>Mar 2026</c:v>
                  </c:pt>
                  <c:pt idx="38">
                    <c:v>Apr 2026</c:v>
                  </c:pt>
                </c:lvl>
              </c:multiLvlStrCache>
            </c:multiLvlStrRef>
          </c:cat>
          <c:val>
            <c:numRef>
              <c:f>Sheet1!$B$2:$B$40</c:f>
              <c:numCache>
                <c:formatCode>General</c:formatCode>
                <c:ptCount val="39"/>
                <c:pt idx="0">
                  <c:v>100</c:v>
                </c:pt>
                <c:pt idx="1">
                  <c:v>100.97</c:v>
                </c:pt>
                <c:pt idx="2">
                  <c:v>101.86</c:v>
                </c:pt>
                <c:pt idx="3">
                  <c:v>102.92</c:v>
                </c:pt>
                <c:pt idx="4">
                  <c:v>103.88</c:v>
                </c:pt>
                <c:pt idx="5">
                  <c:v>104.9</c:v>
                </c:pt>
                <c:pt idx="6">
                  <c:v>105.83</c:v>
                </c:pt>
                <c:pt idx="7">
                  <c:v>106.65</c:v>
                </c:pt>
                <c:pt idx="8">
                  <c:v>107.55</c:v>
                </c:pt>
                <c:pt idx="9">
                  <c:v>108.36</c:v>
                </c:pt>
                <c:pt idx="10">
                  <c:v>109.13</c:v>
                </c:pt>
                <c:pt idx="11">
                  <c:v>109.93</c:v>
                </c:pt>
                <c:pt idx="12">
                  <c:v>110.6</c:v>
                </c:pt>
                <c:pt idx="13">
                  <c:v>111.23</c:v>
                </c:pt>
                <c:pt idx="14">
                  <c:v>111.91</c:v>
                </c:pt>
                <c:pt idx="15">
                  <c:v>112.52</c:v>
                </c:pt>
                <c:pt idx="16">
                  <c:v>113.04</c:v>
                </c:pt>
                <c:pt idx="17">
                  <c:v>113.64</c:v>
                </c:pt>
                <c:pt idx="18">
                  <c:v>114.19</c:v>
                </c:pt>
                <c:pt idx="19">
                  <c:v>114.73</c:v>
                </c:pt>
                <c:pt idx="20">
                  <c:v>115.25</c:v>
                </c:pt>
                <c:pt idx="21">
                  <c:v>115.75</c:v>
                </c:pt>
                <c:pt idx="22">
                  <c:v>116.27</c:v>
                </c:pt>
                <c:pt idx="23">
                  <c:v>116.79</c:v>
                </c:pt>
                <c:pt idx="24">
                  <c:v>117.24</c:v>
                </c:pt>
                <c:pt idx="25">
                  <c:v>117.75</c:v>
                </c:pt>
                <c:pt idx="26">
                  <c:v>118.24</c:v>
                </c:pt>
                <c:pt idx="27">
                  <c:v>118.73</c:v>
                </c:pt>
                <c:pt idx="28">
                  <c:v>119.25</c:v>
                </c:pt>
                <c:pt idx="29">
                  <c:v>119.76</c:v>
                </c:pt>
                <c:pt idx="30">
                  <c:v>120.22</c:v>
                </c:pt>
                <c:pt idx="31">
                  <c:v>120.73</c:v>
                </c:pt>
                <c:pt idx="32">
                  <c:v>121.21</c:v>
                </c:pt>
                <c:pt idx="33">
                  <c:v>121.67</c:v>
                </c:pt>
                <c:pt idx="34">
                  <c:v>122.17</c:v>
                </c:pt>
                <c:pt idx="35">
                  <c:v>122.65</c:v>
                </c:pt>
                <c:pt idx="36">
                  <c:v>123.09</c:v>
                </c:pt>
                <c:pt idx="37">
                  <c:v>123.57</c:v>
                </c:pt>
                <c:pt idx="38">
                  <c:v>124.04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Plus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Feb 2023</c:v>
                  </c:pt>
                  <c:pt idx="1">
                    <c:v>Mar 2023</c:v>
                  </c:pt>
                  <c:pt idx="2">
                    <c:v>Apr 2023</c:v>
                  </c:pt>
                  <c:pt idx="3">
                    <c:v>May 2023</c:v>
                  </c:pt>
                  <c:pt idx="4">
                    <c:v>Jun 2023</c:v>
                  </c:pt>
                  <c:pt idx="5">
                    <c:v>Jul 2023</c:v>
                  </c:pt>
                  <c:pt idx="6">
                    <c:v>Aug 2023</c:v>
                  </c:pt>
                  <c:pt idx="7">
                    <c:v>Sep 2023</c:v>
                  </c:pt>
                  <c:pt idx="8">
                    <c:v>Oct 2023</c:v>
                  </c:pt>
                  <c:pt idx="9">
                    <c:v>Nov 2023</c:v>
                  </c:pt>
                  <c:pt idx="10">
                    <c:v>Dec 2023</c:v>
                  </c:pt>
                  <c:pt idx="11">
                    <c:v>Jan 2024</c:v>
                  </c:pt>
                  <c:pt idx="12">
                    <c:v>Feb 2024</c:v>
                  </c:pt>
                  <c:pt idx="13">
                    <c:v>Mar 2024</c:v>
                  </c:pt>
                  <c:pt idx="14">
                    <c:v>Apr 2024</c:v>
                  </c:pt>
                  <c:pt idx="15">
                    <c:v>May 2024</c:v>
                  </c:pt>
                  <c:pt idx="16">
                    <c:v>Jun 2024</c:v>
                  </c:pt>
                  <c:pt idx="17">
                    <c:v>Jul 2024</c:v>
                  </c:pt>
                  <c:pt idx="18">
                    <c:v>Aug 2024</c:v>
                  </c:pt>
                  <c:pt idx="19">
                    <c:v>Sep 2024</c:v>
                  </c:pt>
                  <c:pt idx="20">
                    <c:v>Oct 2024</c:v>
                  </c:pt>
                  <c:pt idx="21">
                    <c:v>Nov 2024</c:v>
                  </c:pt>
                  <c:pt idx="22">
                    <c:v>Dec 2024</c:v>
                  </c:pt>
                  <c:pt idx="23">
                    <c:v>Jan 2025</c:v>
                  </c:pt>
                  <c:pt idx="24">
                    <c:v>Feb 2025</c:v>
                  </c:pt>
                  <c:pt idx="25">
                    <c:v>Mar 2025</c:v>
                  </c:pt>
                  <c:pt idx="26">
                    <c:v>Apr 2025</c:v>
                  </c:pt>
                  <c:pt idx="27">
                    <c:v>May 2025</c:v>
                  </c:pt>
                  <c:pt idx="28">
                    <c:v>Jun 2025</c:v>
                  </c:pt>
                  <c:pt idx="29">
                    <c:v>Jul 2025</c:v>
                  </c:pt>
                  <c:pt idx="30">
                    <c:v>Aug 2025</c:v>
                  </c:pt>
                  <c:pt idx="31">
                    <c:v>Sep 2025</c:v>
                  </c:pt>
                  <c:pt idx="32">
                    <c:v>Oct 2025</c:v>
                  </c:pt>
                  <c:pt idx="33">
                    <c:v>Nov 2025</c:v>
                  </c:pt>
                  <c:pt idx="34">
                    <c:v>Dec 2025</c:v>
                  </c:pt>
                  <c:pt idx="35">
                    <c:v>Jan 2026</c:v>
                  </c:pt>
                  <c:pt idx="36">
                    <c:v>Feb 2026</c:v>
                  </c:pt>
                  <c:pt idx="37">
                    <c:v>Mar 2026</c:v>
                  </c:pt>
                  <c:pt idx="38">
                    <c:v>Apr 2026</c:v>
                  </c:pt>
                </c:lvl>
              </c:multiLvlStrCache>
            </c:multiLvlStrRef>
          </c:cat>
          <c:val>
            <c:numRef>
              <c:f>Sheet1!$C$2:$C$40</c:f>
              <c:numCache>
                <c:formatCode>General</c:formatCode>
                <c:ptCount val="39"/>
                <c:pt idx="0">
                  <c:v>100</c:v>
                </c:pt>
                <c:pt idx="1">
                  <c:v>103.01</c:v>
                </c:pt>
                <c:pt idx="2">
                  <c:v>104.14</c:v>
                </c:pt>
                <c:pt idx="3">
                  <c:v>105.3</c:v>
                </c:pt>
                <c:pt idx="4">
                  <c:v>106.39</c:v>
                </c:pt>
                <c:pt idx="5">
                  <c:v>107.52</c:v>
                </c:pt>
                <c:pt idx="6">
                  <c:v>108.57</c:v>
                </c:pt>
                <c:pt idx="7">
                  <c:v>109.57</c:v>
                </c:pt>
                <c:pt idx="8">
                  <c:v>110.56</c:v>
                </c:pt>
                <c:pt idx="9">
                  <c:v>111.49</c:v>
                </c:pt>
                <c:pt idx="10">
                  <c:v>112.45</c:v>
                </c:pt>
                <c:pt idx="11">
                  <c:v>113.43</c:v>
                </c:pt>
                <c:pt idx="12">
                  <c:v>114.2</c:v>
                </c:pt>
                <c:pt idx="13">
                  <c:v>114.92</c:v>
                </c:pt>
                <c:pt idx="14">
                  <c:v>115.69</c:v>
                </c:pt>
                <c:pt idx="15">
                  <c:v>116.45</c:v>
                </c:pt>
                <c:pt idx="16">
                  <c:v>117.14</c:v>
                </c:pt>
                <c:pt idx="17">
                  <c:v>117.77</c:v>
                </c:pt>
                <c:pt idx="18">
                  <c:v>118.42</c:v>
                </c:pt>
                <c:pt idx="19">
                  <c:v>119</c:v>
                </c:pt>
                <c:pt idx="20">
                  <c:v>119.56</c:v>
                </c:pt>
                <c:pt idx="21">
                  <c:v>120.09</c:v>
                </c:pt>
                <c:pt idx="22">
                  <c:v>120.56</c:v>
                </c:pt>
                <c:pt idx="23">
                  <c:v>121.07</c:v>
                </c:pt>
                <c:pt idx="24">
                  <c:v>121.66</c:v>
                </c:pt>
                <c:pt idx="25">
                  <c:v>122.27</c:v>
                </c:pt>
                <c:pt idx="26">
                  <c:v>123.11</c:v>
                </c:pt>
                <c:pt idx="27">
                  <c:v>123.84</c:v>
                </c:pt>
                <c:pt idx="28">
                  <c:v>124.58</c:v>
                </c:pt>
                <c:pt idx="29">
                  <c:v>125.31</c:v>
                </c:pt>
                <c:pt idx="30">
                  <c:v>126.07</c:v>
                </c:pt>
                <c:pt idx="31">
                  <c:v>126.81</c:v>
                </c:pt>
                <c:pt idx="32">
                  <c:v>127.56</c:v>
                </c:pt>
                <c:pt idx="33">
                  <c:v>128.3</c:v>
                </c:pt>
                <c:pt idx="34">
                  <c:v>129.08</c:v>
                </c:pt>
                <c:pt idx="35">
                  <c:v>129.85</c:v>
                </c:pt>
                <c:pt idx="36">
                  <c:v>130.59</c:v>
                </c:pt>
                <c:pt idx="37">
                  <c:v>131.39</c:v>
                </c:pt>
                <c:pt idx="38">
                  <c:v>132.18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Feb 2023</c:v>
                  </c:pt>
                  <c:pt idx="1">
                    <c:v>Mar 2023</c:v>
                  </c:pt>
                  <c:pt idx="2">
                    <c:v>Apr 2023</c:v>
                  </c:pt>
                  <c:pt idx="3">
                    <c:v>May 2023</c:v>
                  </c:pt>
                  <c:pt idx="4">
                    <c:v>Jun 2023</c:v>
                  </c:pt>
                  <c:pt idx="5">
                    <c:v>Jul 2023</c:v>
                  </c:pt>
                  <c:pt idx="6">
                    <c:v>Aug 2023</c:v>
                  </c:pt>
                  <c:pt idx="7">
                    <c:v>Sep 2023</c:v>
                  </c:pt>
                  <c:pt idx="8">
                    <c:v>Oct 2023</c:v>
                  </c:pt>
                  <c:pt idx="9">
                    <c:v>Nov 2023</c:v>
                  </c:pt>
                  <c:pt idx="10">
                    <c:v>Dec 2023</c:v>
                  </c:pt>
                  <c:pt idx="11">
                    <c:v>Jan 2024</c:v>
                  </c:pt>
                  <c:pt idx="12">
                    <c:v>Feb 2024</c:v>
                  </c:pt>
                  <c:pt idx="13">
                    <c:v>Mar 2024</c:v>
                  </c:pt>
                  <c:pt idx="14">
                    <c:v>Apr 2024</c:v>
                  </c:pt>
                  <c:pt idx="15">
                    <c:v>May 2024</c:v>
                  </c:pt>
                  <c:pt idx="16">
                    <c:v>Jun 2024</c:v>
                  </c:pt>
                  <c:pt idx="17">
                    <c:v>Jul 2024</c:v>
                  </c:pt>
                  <c:pt idx="18">
                    <c:v>Aug 2024</c:v>
                  </c:pt>
                  <c:pt idx="19">
                    <c:v>Sep 2024</c:v>
                  </c:pt>
                  <c:pt idx="20">
                    <c:v>Oct 2024</c:v>
                  </c:pt>
                  <c:pt idx="21">
                    <c:v>Nov 2024</c:v>
                  </c:pt>
                  <c:pt idx="22">
                    <c:v>Dec 2024</c:v>
                  </c:pt>
                  <c:pt idx="23">
                    <c:v>Jan 2025</c:v>
                  </c:pt>
                  <c:pt idx="24">
                    <c:v>Feb 2025</c:v>
                  </c:pt>
                  <c:pt idx="25">
                    <c:v>Mar 2025</c:v>
                  </c:pt>
                  <c:pt idx="26">
                    <c:v>Apr 2025</c:v>
                  </c:pt>
                  <c:pt idx="27">
                    <c:v>May 2025</c:v>
                  </c:pt>
                  <c:pt idx="28">
                    <c:v>Jun 2025</c:v>
                  </c:pt>
                  <c:pt idx="29">
                    <c:v>Jul 2025</c:v>
                  </c:pt>
                  <c:pt idx="30">
                    <c:v>Aug 2025</c:v>
                  </c:pt>
                  <c:pt idx="31">
                    <c:v>Sep 2025</c:v>
                  </c:pt>
                  <c:pt idx="32">
                    <c:v>Oct 2025</c:v>
                  </c:pt>
                  <c:pt idx="33">
                    <c:v>Nov 2025</c:v>
                  </c:pt>
                  <c:pt idx="34">
                    <c:v>Dec 2025</c:v>
                  </c:pt>
                  <c:pt idx="35">
                    <c:v>Jan 2026</c:v>
                  </c:pt>
                  <c:pt idx="36">
                    <c:v>Feb 2026</c:v>
                  </c:pt>
                  <c:pt idx="37">
                    <c:v>Mar 2026</c:v>
                  </c:pt>
                  <c:pt idx="38">
                    <c:v>Apr 2026</c:v>
                  </c:pt>
                </c:lvl>
              </c:multiLvlStrCache>
            </c:multiLvlStrRef>
          </c:cat>
          <c:val>
            <c:numRef>
              <c:f>Sheet1!$D$2:$D$40</c:f>
              <c:numCache>
                <c:formatCode>General</c:formatCode>
                <c:ptCount val="39"/>
                <c:pt idx="0">
                  <c:v>100</c:v>
                </c:pt>
                <c:pt idx="1">
                  <c:v>100.82</c:v>
                </c:pt>
                <c:pt idx="2">
                  <c:v>101.57</c:v>
                </c:pt>
                <c:pt idx="3">
                  <c:v>102.47</c:v>
                </c:pt>
                <c:pt idx="4">
                  <c:v>103.29</c:v>
                </c:pt>
                <c:pt idx="5">
                  <c:v>104.14</c:v>
                </c:pt>
                <c:pt idx="6">
                  <c:v>104.93</c:v>
                </c:pt>
                <c:pt idx="7">
                  <c:v>105.64</c:v>
                </c:pt>
                <c:pt idx="8">
                  <c:v>106.35</c:v>
                </c:pt>
                <c:pt idx="9">
                  <c:v>107</c:v>
                </c:pt>
                <c:pt idx="10">
                  <c:v>107.65</c:v>
                </c:pt>
                <c:pt idx="11">
                  <c:v>108.29</c:v>
                </c:pt>
                <c:pt idx="12">
                  <c:v>108.84</c:v>
                </c:pt>
                <c:pt idx="13">
                  <c:v>109.32</c:v>
                </c:pt>
                <c:pt idx="14">
                  <c:v>109.84</c:v>
                </c:pt>
                <c:pt idx="15">
                  <c:v>110.29</c:v>
                </c:pt>
                <c:pt idx="16">
                  <c:v>110.7</c:v>
                </c:pt>
                <c:pt idx="17">
                  <c:v>111.1</c:v>
                </c:pt>
                <c:pt idx="18">
                  <c:v>111.5</c:v>
                </c:pt>
                <c:pt idx="19">
                  <c:v>111.88</c:v>
                </c:pt>
                <c:pt idx="20">
                  <c:v>112.26</c:v>
                </c:pt>
                <c:pt idx="21">
                  <c:v>112.62</c:v>
                </c:pt>
                <c:pt idx="22">
                  <c:v>112.99</c:v>
                </c:pt>
                <c:pt idx="23">
                  <c:v>113.33</c:v>
                </c:pt>
                <c:pt idx="24">
                  <c:v>113.64</c:v>
                </c:pt>
                <c:pt idx="25">
                  <c:v>113.99</c:v>
                </c:pt>
                <c:pt idx="26">
                  <c:v>114.33</c:v>
                </c:pt>
                <c:pt idx="27">
                  <c:v>114.68</c:v>
                </c:pt>
                <c:pt idx="28">
                  <c:v>115.02</c:v>
                </c:pt>
                <c:pt idx="29">
                  <c:v>115.36</c:v>
                </c:pt>
                <c:pt idx="30">
                  <c:v>115.71</c:v>
                </c:pt>
                <c:pt idx="31">
                  <c:v>116.03</c:v>
                </c:pt>
                <c:pt idx="32">
                  <c:v>116.36</c:v>
                </c:pt>
                <c:pt idx="33">
                  <c:v>116.69</c:v>
                </c:pt>
                <c:pt idx="34">
                  <c:v>117.02</c:v>
                </c:pt>
                <c:pt idx="35">
                  <c:v>117.34</c:v>
                </c:pt>
                <c:pt idx="36">
                  <c:v>117.62</c:v>
                </c:pt>
                <c:pt idx="37">
                  <c:v>117.94</c:v>
                </c:pt>
                <c:pt idx="38">
                  <c:v>118.25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77,414,858-2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Plus,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Plus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61,40%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36,58%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2026-05-19T12:07:12Z</dcterms:created>
  <dcterms:modified xsi:type="dcterms:W3CDTF">2026-05-19T12:07:12Z</dcterms:modified>
</cp:coreProperties>
</file>