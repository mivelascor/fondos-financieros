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1006.27</c:v>
                </c:pt>
                <c:pt idx="2">
                  <c:v>1012.28</c:v>
                </c:pt>
                <c:pt idx="3">
                  <c:v>1018.43</c:v>
                </c:pt>
                <c:pt idx="4">
                  <c:v>1024.51</c:v>
                </c:pt>
                <c:pt idx="5">
                  <c:v>1030.82</c:v>
                </c:pt>
                <c:pt idx="6">
                  <c:v>1037.12</c:v>
                </c:pt>
                <c:pt idx="7">
                  <c:v>1043.18</c:v>
                </c:pt>
                <c:pt idx="8">
                  <c:v>1049.69</c:v>
                </c:pt>
                <c:pt idx="9">
                  <c:v>1056.15</c:v>
                </c:pt>
                <c:pt idx="10">
                  <c:v>1057.17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77,414,858-2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2026-05-18T12:54:17Z</dcterms:created>
  <dcterms:modified xsi:type="dcterms:W3CDTF">2026-05-18T12:54:17Z</dcterms:modified>
</cp:coreProperties>
</file>