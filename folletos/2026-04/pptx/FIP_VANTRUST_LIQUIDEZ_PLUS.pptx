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100.63</c:v>
                </c:pt>
                <c:pt idx="2">
                  <c:v>101.23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103.71</c:v>
                </c:pt>
                <c:pt idx="7">
                  <c:v>104.32</c:v>
                </c:pt>
                <c:pt idx="8">
                  <c:v>104.97</c:v>
                </c:pt>
                <c:pt idx="9">
                  <c:v>105.62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2026-05-18T22:51:42Z</dcterms:created>
  <dcterms:modified xsi:type="dcterms:W3CDTF">2026-05-18T22:51:42Z</dcterms:modified>
</cp:coreProperties>
</file>