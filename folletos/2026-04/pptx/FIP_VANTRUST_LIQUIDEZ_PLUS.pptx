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Plus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1000.18</c:v>
                </c:pt>
                <c:pt idx="2">
                  <c:v>1000.37</c:v>
                </c:pt>
                <c:pt idx="3">
                  <c:v>1000.59</c:v>
                </c:pt>
                <c:pt idx="4">
                  <c:v>1000.81</c:v>
                </c:pt>
                <c:pt idx="5">
                  <c:v>1000.99</c:v>
                </c:pt>
                <c:pt idx="6">
                  <c:v>1001.19</c:v>
                </c:pt>
                <c:pt idx="7">
                  <c:v>1001.37</c:v>
                </c:pt>
                <c:pt idx="8">
                  <c:v>1001.56</c:v>
                </c:pt>
                <c:pt idx="9">
                  <c:v>1001.75</c:v>
                </c:pt>
                <c:pt idx="10">
                  <c:v>1001.97</c:v>
                </c:pt>
                <c:pt idx="11">
                  <c:v>1002.19</c:v>
                </c:pt>
                <c:pt idx="12">
                  <c:v>1002.38</c:v>
                </c:pt>
                <c:pt idx="13">
                  <c:v>1002.6</c:v>
                </c:pt>
                <c:pt idx="14">
                  <c:v>1002.82</c:v>
                </c:pt>
                <c:pt idx="15">
                  <c:v>1003.04</c:v>
                </c:pt>
                <c:pt idx="16">
                  <c:v>1003.26</c:v>
                </c:pt>
                <c:pt idx="17">
                  <c:v>1003.48</c:v>
                </c:pt>
                <c:pt idx="18">
                  <c:v>1003.7</c:v>
                </c:pt>
                <c:pt idx="19">
                  <c:v>1003.86</c:v>
                </c:pt>
                <c:pt idx="20">
                  <c:v>1004.05</c:v>
                </c:pt>
                <c:pt idx="21">
                  <c:v>1004.24</c:v>
                </c:pt>
                <c:pt idx="22">
                  <c:v>1004.43</c:v>
                </c:pt>
                <c:pt idx="23">
                  <c:v>1004.66</c:v>
                </c:pt>
                <c:pt idx="24">
                  <c:v>1004.88</c:v>
                </c:pt>
                <c:pt idx="25">
                  <c:v>1005.11</c:v>
                </c:pt>
                <c:pt idx="26">
                  <c:v>1005.33</c:v>
                </c:pt>
                <c:pt idx="27">
                  <c:v>1005.56</c:v>
                </c:pt>
                <c:pt idx="28">
                  <c:v>1005.75</c:v>
                </c:pt>
                <c:pt idx="29">
                  <c:v>1005.97</c:v>
                </c:pt>
                <c:pt idx="30">
                  <c:v>1006.16</c:v>
                </c:pt>
                <c:pt idx="31">
                  <c:v>1006.39</c:v>
                </c:pt>
                <c:pt idx="32">
                  <c:v>1006.61</c:v>
                </c:pt>
                <c:pt idx="33">
                  <c:v>1006.84</c:v>
                </c:pt>
                <c:pt idx="34">
                  <c:v>1007.03</c:v>
                </c:pt>
                <c:pt idx="35">
                  <c:v>1007.22</c:v>
                </c:pt>
                <c:pt idx="36">
                  <c:v>1007.41</c:v>
                </c:pt>
                <c:pt idx="37">
                  <c:v>1007.63</c:v>
                </c:pt>
                <c:pt idx="38">
                  <c:v>1007.85</c:v>
                </c:pt>
                <c:pt idx="39">
                  <c:v>1008.07</c:v>
                </c:pt>
                <c:pt idx="40">
                  <c:v>1008.26</c:v>
                </c:pt>
                <c:pt idx="41">
                  <c:v>1008.45</c:v>
                </c:pt>
                <c:pt idx="42">
                  <c:v>1008.64</c:v>
                </c:pt>
                <c:pt idx="43">
                  <c:v>1008.86</c:v>
                </c:pt>
                <c:pt idx="44">
                  <c:v>1009.06</c:v>
                </c:pt>
                <c:pt idx="45">
                  <c:v>1009.28</c:v>
                </c:pt>
                <c:pt idx="46">
                  <c:v>1009.49</c:v>
                </c:pt>
                <c:pt idx="47">
                  <c:v>1009.71</c:v>
                </c:pt>
                <c:pt idx="48">
                  <c:v>1009.91</c:v>
                </c:pt>
                <c:pt idx="49">
                  <c:v>1010.09</c:v>
                </c:pt>
                <c:pt idx="50">
                  <c:v>1010.29</c:v>
                </c:pt>
                <c:pt idx="51">
                  <c:v>1010.5</c:v>
                </c:pt>
                <c:pt idx="52">
                  <c:v>1010.71</c:v>
                </c:pt>
                <c:pt idx="53">
                  <c:v>1010.91</c:v>
                </c:pt>
                <c:pt idx="54">
                  <c:v>1011.09</c:v>
                </c:pt>
                <c:pt idx="55">
                  <c:v>1011.27</c:v>
                </c:pt>
                <c:pt idx="56">
                  <c:v>1011.49</c:v>
                </c:pt>
                <c:pt idx="57">
                  <c:v>1011.68</c:v>
                </c:pt>
                <c:pt idx="58">
                  <c:v>1011.91</c:v>
                </c:pt>
                <c:pt idx="59">
                  <c:v>1012.13</c:v>
                </c:pt>
                <c:pt idx="60">
                  <c:v>1012.35</c:v>
                </c:pt>
                <c:pt idx="61">
                  <c:v>1012.54</c:v>
                </c:pt>
                <c:pt idx="62">
                  <c:v>1012.76</c:v>
                </c:pt>
                <c:pt idx="63">
                  <c:v>1012.96</c:v>
                </c:pt>
                <c:pt idx="64">
                  <c:v>1013.15</c:v>
                </c:pt>
                <c:pt idx="65">
                  <c:v>1013.37</c:v>
                </c:pt>
                <c:pt idx="66">
                  <c:v>1013.59</c:v>
                </c:pt>
                <c:pt idx="67">
                  <c:v>1013.81</c:v>
                </c:pt>
                <c:pt idx="68">
                  <c:v>1014</c:v>
                </c:pt>
                <c:pt idx="69">
                  <c:v>1014.22</c:v>
                </c:pt>
                <c:pt idx="70">
                  <c:v>1014.45</c:v>
                </c:pt>
                <c:pt idx="71">
                  <c:v>1014.67</c:v>
                </c:pt>
                <c:pt idx="72">
                  <c:v>1014.87</c:v>
                </c:pt>
                <c:pt idx="73">
                  <c:v>1015.09</c:v>
                </c:pt>
                <c:pt idx="74">
                  <c:v>1015.3</c:v>
                </c:pt>
                <c:pt idx="75">
                  <c:v>1015.49</c:v>
                </c:pt>
                <c:pt idx="76">
                  <c:v>1015.71</c:v>
                </c:pt>
                <c:pt idx="77">
                  <c:v>1015.89</c:v>
                </c:pt>
                <c:pt idx="78">
                  <c:v>1016.07</c:v>
                </c:pt>
                <c:pt idx="79">
                  <c:v>1016.29</c:v>
                </c:pt>
                <c:pt idx="80">
                  <c:v>1016.51</c:v>
                </c:pt>
                <c:pt idx="81">
                  <c:v>1016.72</c:v>
                </c:pt>
                <c:pt idx="82">
                  <c:v>1016.91</c:v>
                </c:pt>
                <c:pt idx="83">
                  <c:v>1017.09</c:v>
                </c:pt>
                <c:pt idx="84">
                  <c:v>1017.27</c:v>
                </c:pt>
                <c:pt idx="85">
                  <c:v>1017.45</c:v>
                </c:pt>
                <c:pt idx="86">
                  <c:v>1017.65</c:v>
                </c:pt>
                <c:pt idx="87">
                  <c:v>1017.86</c:v>
                </c:pt>
                <c:pt idx="88">
                  <c:v>1018.08</c:v>
                </c:pt>
                <c:pt idx="89">
                  <c:v>1018.26</c:v>
                </c:pt>
                <c:pt idx="90">
                  <c:v>1018.44</c:v>
                </c:pt>
                <c:pt idx="91">
                  <c:v>1018.65</c:v>
                </c:pt>
                <c:pt idx="92">
                  <c:v>1018.86</c:v>
                </c:pt>
                <c:pt idx="93">
                  <c:v>1019.07</c:v>
                </c:pt>
                <c:pt idx="94">
                  <c:v>1019.29</c:v>
                </c:pt>
                <c:pt idx="95">
                  <c:v>1019.5</c:v>
                </c:pt>
                <c:pt idx="96">
                  <c:v>1019.68</c:v>
                </c:pt>
                <c:pt idx="97">
                  <c:v>1019.9</c:v>
                </c:pt>
                <c:pt idx="98">
                  <c:v>1020.11</c:v>
                </c:pt>
                <c:pt idx="99">
                  <c:v>1020.3</c:v>
                </c:pt>
                <c:pt idx="100">
                  <c:v>1020.51</c:v>
                </c:pt>
                <c:pt idx="101">
                  <c:v>1020.73</c:v>
                </c:pt>
                <c:pt idx="102">
                  <c:v>1020.94</c:v>
                </c:pt>
                <c:pt idx="103">
                  <c:v>1021.16</c:v>
                </c:pt>
                <c:pt idx="104">
                  <c:v>1021.34</c:v>
                </c:pt>
                <c:pt idx="105">
                  <c:v>1021.56</c:v>
                </c:pt>
                <c:pt idx="106">
                  <c:v>1021.74</c:v>
                </c:pt>
                <c:pt idx="107">
                  <c:v>1021.96</c:v>
                </c:pt>
                <c:pt idx="108">
                  <c:v>1022.18</c:v>
                </c:pt>
                <c:pt idx="109">
                  <c:v>1022.41</c:v>
                </c:pt>
                <c:pt idx="110">
                  <c:v>1022.63</c:v>
                </c:pt>
                <c:pt idx="111">
                  <c:v>1022.86</c:v>
                </c:pt>
                <c:pt idx="112">
                  <c:v>1023.09</c:v>
                </c:pt>
                <c:pt idx="113">
                  <c:v>1023.28</c:v>
                </c:pt>
                <c:pt idx="114">
                  <c:v>1023.48</c:v>
                </c:pt>
                <c:pt idx="115">
                  <c:v>1023.68</c:v>
                </c:pt>
                <c:pt idx="116">
                  <c:v>1023.91</c:v>
                </c:pt>
                <c:pt idx="117">
                  <c:v>1024.08</c:v>
                </c:pt>
                <c:pt idx="118">
                  <c:v>1024.27</c:v>
                </c:pt>
                <c:pt idx="119">
                  <c:v>1024.47</c:v>
                </c:pt>
                <c:pt idx="120">
                  <c:v>1024.67</c:v>
                </c:pt>
                <c:pt idx="121">
                  <c:v>1024.86</c:v>
                </c:pt>
                <c:pt idx="122">
                  <c:v>1025.08</c:v>
                </c:pt>
                <c:pt idx="123">
                  <c:v>1025.3</c:v>
                </c:pt>
                <c:pt idx="124">
                  <c:v>1025.49</c:v>
                </c:pt>
                <c:pt idx="125">
                  <c:v>1025.67</c:v>
                </c:pt>
                <c:pt idx="126">
                  <c:v>1025.86</c:v>
                </c:pt>
                <c:pt idx="127">
                  <c:v>1026.05</c:v>
                </c:pt>
                <c:pt idx="128">
                  <c:v>1026.23</c:v>
                </c:pt>
                <c:pt idx="129">
                  <c:v>1026.42</c:v>
                </c:pt>
                <c:pt idx="130">
                  <c:v>1026.61</c:v>
                </c:pt>
                <c:pt idx="131">
                  <c:v>1026.8</c:v>
                </c:pt>
                <c:pt idx="132">
                  <c:v>1027.02</c:v>
                </c:pt>
                <c:pt idx="133">
                  <c:v>1027.25</c:v>
                </c:pt>
                <c:pt idx="134">
                  <c:v>1027.47</c:v>
                </c:pt>
                <c:pt idx="135">
                  <c:v>1027.7</c:v>
                </c:pt>
                <c:pt idx="136">
                  <c:v>1027.93</c:v>
                </c:pt>
                <c:pt idx="137">
                  <c:v>1028.16</c:v>
                </c:pt>
                <c:pt idx="138">
                  <c:v>1028.21</c:v>
                </c:pt>
                <c:pt idx="139">
                  <c:v>1028.41</c:v>
                </c:pt>
                <c:pt idx="140">
                  <c:v>1028.6</c:v>
                </c:pt>
                <c:pt idx="141">
                  <c:v>1028.79</c:v>
                </c:pt>
                <c:pt idx="142">
                  <c:v>1028.99</c:v>
                </c:pt>
                <c:pt idx="143">
                  <c:v>1029.18</c:v>
                </c:pt>
                <c:pt idx="144">
                  <c:v>1029.37</c:v>
                </c:pt>
                <c:pt idx="145">
                  <c:v>1029.52</c:v>
                </c:pt>
                <c:pt idx="146">
                  <c:v>1029.71</c:v>
                </c:pt>
                <c:pt idx="147">
                  <c:v>1029.94</c:v>
                </c:pt>
                <c:pt idx="148">
                  <c:v>1030.16</c:v>
                </c:pt>
                <c:pt idx="149">
                  <c:v>1030.36</c:v>
                </c:pt>
                <c:pt idx="150">
                  <c:v>1030.6</c:v>
                </c:pt>
                <c:pt idx="151">
                  <c:v>1030.85</c:v>
                </c:pt>
                <c:pt idx="152">
                  <c:v>1031.07</c:v>
                </c:pt>
                <c:pt idx="153">
                  <c:v>1031.28</c:v>
                </c:pt>
                <c:pt idx="154">
                  <c:v>1031.52</c:v>
                </c:pt>
                <c:pt idx="155">
                  <c:v>1031.77</c:v>
                </c:pt>
                <c:pt idx="156">
                  <c:v>1032.01</c:v>
                </c:pt>
                <c:pt idx="157">
                  <c:v>1032.26</c:v>
                </c:pt>
                <c:pt idx="158">
                  <c:v>1032.5</c:v>
                </c:pt>
                <c:pt idx="159">
                  <c:v>1032.75</c:v>
                </c:pt>
                <c:pt idx="160">
                  <c:v>1032.99</c:v>
                </c:pt>
                <c:pt idx="161">
                  <c:v>1033.23</c:v>
                </c:pt>
                <c:pt idx="162">
                  <c:v>1033.45</c:v>
                </c:pt>
                <c:pt idx="163">
                  <c:v>1033.66</c:v>
                </c:pt>
                <c:pt idx="164">
                  <c:v>1033.88</c:v>
                </c:pt>
                <c:pt idx="165">
                  <c:v>1034.1</c:v>
                </c:pt>
                <c:pt idx="166">
                  <c:v>1034.32</c:v>
                </c:pt>
                <c:pt idx="167">
                  <c:v>1034.36</c:v>
                </c:pt>
                <c:pt idx="168">
                  <c:v>1034.57</c:v>
                </c:pt>
                <c:pt idx="169">
                  <c:v>1034.79</c:v>
                </c:pt>
                <c:pt idx="170">
                  <c:v>1035.01</c:v>
                </c:pt>
                <c:pt idx="171">
                  <c:v>1035.24</c:v>
                </c:pt>
                <c:pt idx="172">
                  <c:v>1035.47</c:v>
                </c:pt>
                <c:pt idx="173">
                  <c:v>1035.69</c:v>
                </c:pt>
                <c:pt idx="174">
                  <c:v>1035.91</c:v>
                </c:pt>
                <c:pt idx="175">
                  <c:v>1036.11</c:v>
                </c:pt>
                <c:pt idx="176">
                  <c:v>1036.32</c:v>
                </c:pt>
                <c:pt idx="177">
                  <c:v>1036.53</c:v>
                </c:pt>
                <c:pt idx="178">
                  <c:v>1036.75</c:v>
                </c:pt>
                <c:pt idx="179">
                  <c:v>1036.97</c:v>
                </c:pt>
                <c:pt idx="180">
                  <c:v>1037.19</c:v>
                </c:pt>
                <c:pt idx="181">
                  <c:v>1037.4</c:v>
                </c:pt>
                <c:pt idx="182">
                  <c:v>1037.58</c:v>
                </c:pt>
                <c:pt idx="183">
                  <c:v>1037.79</c:v>
                </c:pt>
                <c:pt idx="184">
                  <c:v>1038</c:v>
                </c:pt>
                <c:pt idx="185">
                  <c:v>1038.23</c:v>
                </c:pt>
                <c:pt idx="186">
                  <c:v>1038.45</c:v>
                </c:pt>
                <c:pt idx="187">
                  <c:v>1038.67</c:v>
                </c:pt>
                <c:pt idx="188">
                  <c:v>1038.88</c:v>
                </c:pt>
                <c:pt idx="189">
                  <c:v>1039.1</c:v>
                </c:pt>
                <c:pt idx="190">
                  <c:v>1039.32</c:v>
                </c:pt>
                <c:pt idx="191">
                  <c:v>1039.53</c:v>
                </c:pt>
                <c:pt idx="192">
                  <c:v>1039.76</c:v>
                </c:pt>
                <c:pt idx="193">
                  <c:v>1039.99</c:v>
                </c:pt>
                <c:pt idx="194">
                  <c:v>1040.21</c:v>
                </c:pt>
                <c:pt idx="195">
                  <c:v>1040.43</c:v>
                </c:pt>
                <c:pt idx="196">
                  <c:v>1040.65</c:v>
                </c:pt>
                <c:pt idx="197">
                  <c:v>1040.87</c:v>
                </c:pt>
                <c:pt idx="198">
                  <c:v>1041.09</c:v>
                </c:pt>
                <c:pt idx="199">
                  <c:v>1041.32</c:v>
                </c:pt>
                <c:pt idx="200">
                  <c:v>1041.54</c:v>
                </c:pt>
                <c:pt idx="201">
                  <c:v>1041.76</c:v>
                </c:pt>
                <c:pt idx="202">
                  <c:v>1041.98</c:v>
                </c:pt>
                <c:pt idx="203">
                  <c:v>1042.2</c:v>
                </c:pt>
                <c:pt idx="204">
                  <c:v>1042.42</c:v>
                </c:pt>
                <c:pt idx="205">
                  <c:v>1042.65</c:v>
                </c:pt>
                <c:pt idx="206">
                  <c:v>1042.87</c:v>
                </c:pt>
                <c:pt idx="207">
                  <c:v>1043.1</c:v>
                </c:pt>
                <c:pt idx="208">
                  <c:v>1043.32</c:v>
                </c:pt>
                <c:pt idx="209">
                  <c:v>1043.54</c:v>
                </c:pt>
                <c:pt idx="210">
                  <c:v>1043.76</c:v>
                </c:pt>
                <c:pt idx="211">
                  <c:v>1043.98</c:v>
                </c:pt>
                <c:pt idx="212">
                  <c:v>1044.21</c:v>
                </c:pt>
                <c:pt idx="213">
                  <c:v>1044.43</c:v>
                </c:pt>
                <c:pt idx="214">
                  <c:v>1044.66</c:v>
                </c:pt>
                <c:pt idx="215">
                  <c:v>1044.88</c:v>
                </c:pt>
                <c:pt idx="216">
                  <c:v>1045.11</c:v>
                </c:pt>
                <c:pt idx="217">
                  <c:v>1045.32</c:v>
                </c:pt>
                <c:pt idx="218">
                  <c:v>1045.54</c:v>
                </c:pt>
                <c:pt idx="219">
                  <c:v>1045.74</c:v>
                </c:pt>
                <c:pt idx="220">
                  <c:v>1045.93</c:v>
                </c:pt>
                <c:pt idx="221">
                  <c:v>1046.13</c:v>
                </c:pt>
                <c:pt idx="222">
                  <c:v>1046.32</c:v>
                </c:pt>
                <c:pt idx="223">
                  <c:v>1046.51</c:v>
                </c:pt>
                <c:pt idx="224">
                  <c:v>1046.7</c:v>
                </c:pt>
                <c:pt idx="225">
                  <c:v>1046.91</c:v>
                </c:pt>
                <c:pt idx="226">
                  <c:v>1047.12</c:v>
                </c:pt>
                <c:pt idx="227">
                  <c:v>1047.35</c:v>
                </c:pt>
                <c:pt idx="228">
                  <c:v>1047.57</c:v>
                </c:pt>
                <c:pt idx="229">
                  <c:v>1047.78</c:v>
                </c:pt>
                <c:pt idx="230">
                  <c:v>1047.99</c:v>
                </c:pt>
                <c:pt idx="231">
                  <c:v>1048.2</c:v>
                </c:pt>
                <c:pt idx="232">
                  <c:v>1048.41</c:v>
                </c:pt>
                <c:pt idx="233">
                  <c:v>1048.62</c:v>
                </c:pt>
                <c:pt idx="234">
                  <c:v>1048.84</c:v>
                </c:pt>
                <c:pt idx="235">
                  <c:v>1049.06</c:v>
                </c:pt>
                <c:pt idx="236">
                  <c:v>1049.27</c:v>
                </c:pt>
                <c:pt idx="237">
                  <c:v>1049.48</c:v>
                </c:pt>
                <c:pt idx="238">
                  <c:v>1049.75</c:v>
                </c:pt>
                <c:pt idx="239">
                  <c:v>1049.99</c:v>
                </c:pt>
                <c:pt idx="240">
                  <c:v>1050.22</c:v>
                </c:pt>
                <c:pt idx="241">
                  <c:v>1050.44</c:v>
                </c:pt>
                <c:pt idx="242">
                  <c:v>1050.67</c:v>
                </c:pt>
                <c:pt idx="243">
                  <c:v>1050.89</c:v>
                </c:pt>
                <c:pt idx="244">
                  <c:v>1051.11</c:v>
                </c:pt>
                <c:pt idx="245">
                  <c:v>1051.33</c:v>
                </c:pt>
                <c:pt idx="246">
                  <c:v>1051.57</c:v>
                </c:pt>
                <c:pt idx="247">
                  <c:v>1051.81</c:v>
                </c:pt>
                <c:pt idx="248">
                  <c:v>1052.05</c:v>
                </c:pt>
                <c:pt idx="249">
                  <c:v>1052.29</c:v>
                </c:pt>
                <c:pt idx="250">
                  <c:v>1052.52</c:v>
                </c:pt>
                <c:pt idx="251">
                  <c:v>1052.74</c:v>
                </c:pt>
                <c:pt idx="252">
                  <c:v>1052.98</c:v>
                </c:pt>
                <c:pt idx="253">
                  <c:v>1053.2</c:v>
                </c:pt>
                <c:pt idx="254">
                  <c:v>1053.43</c:v>
                </c:pt>
                <c:pt idx="255">
                  <c:v>1053.66</c:v>
                </c:pt>
                <c:pt idx="256">
                  <c:v>1053.89</c:v>
                </c:pt>
                <c:pt idx="257">
                  <c:v>1054.11</c:v>
                </c:pt>
                <c:pt idx="258">
                  <c:v>1054.33</c:v>
                </c:pt>
                <c:pt idx="259">
                  <c:v>1054.54</c:v>
                </c:pt>
                <c:pt idx="260">
                  <c:v>1054.76</c:v>
                </c:pt>
                <c:pt idx="261">
                  <c:v>1054.97</c:v>
                </c:pt>
                <c:pt idx="262">
                  <c:v>1055.19</c:v>
                </c:pt>
                <c:pt idx="263">
                  <c:v>1055.41</c:v>
                </c:pt>
                <c:pt idx="264">
                  <c:v>1055.62</c:v>
                </c:pt>
                <c:pt idx="265">
                  <c:v>1055.83</c:v>
                </c:pt>
                <c:pt idx="266">
                  <c:v>1056.04</c:v>
                </c:pt>
                <c:pt idx="267">
                  <c:v>1056.25</c:v>
                </c:pt>
                <c:pt idx="268">
                  <c:v>1056.46</c:v>
                </c:pt>
                <c:pt idx="269">
                  <c:v>1056.68</c:v>
                </c:pt>
                <c:pt idx="270">
                  <c:v>1056.9</c:v>
                </c:pt>
                <c:pt idx="271">
                  <c:v>1057.11</c:v>
                </c:pt>
                <c:pt idx="272">
                  <c:v>1057.31</c:v>
                </c:pt>
                <c:pt idx="273">
                  <c:v>1057.52</c:v>
                </c:pt>
                <c:pt idx="274">
                  <c:v>1057.73</c:v>
                </c:pt>
                <c:pt idx="275">
                  <c:v>1057.95</c:v>
                </c:pt>
                <c:pt idx="276">
                  <c:v>1058.17</c:v>
                </c:pt>
                <c:pt idx="277">
                  <c:v>1058.38</c:v>
                </c:pt>
                <c:pt idx="278">
                  <c:v>1058.57</c:v>
                </c:pt>
                <c:pt idx="279">
                  <c:v>1058.78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954.34</c:v>
                </c:pt>
                <c:pt idx="2">
                  <c:v>954.34</c:v>
                </c:pt>
                <c:pt idx="3">
                  <c:v>954.34</c:v>
                </c:pt>
                <c:pt idx="4">
                  <c:v>954.34</c:v>
                </c:pt>
                <c:pt idx="5">
                  <c:v>930.42</c:v>
                </c:pt>
                <c:pt idx="6">
                  <c:v>904.11</c:v>
                </c:pt>
                <c:pt idx="7">
                  <c:v>904.11</c:v>
                </c:pt>
                <c:pt idx="8">
                  <c:v>904.11</c:v>
                </c:pt>
                <c:pt idx="9">
                  <c:v>904.11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858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62856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6694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5838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54126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60527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PLUS, es la tasa de politica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647688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118872" y="7351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10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Plus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41248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-93.32%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-85.31%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742.86%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86,18%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118872" y="245059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1490472" y="245059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8,11%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118872" y="264261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1490472" y="264261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2,46%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18872" y="2834640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Garantia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490472" y="2834640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2,02%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18872" y="30266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estructurada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490472" y="30266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1,23%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118872" y="321868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18872" y="331012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118872" y="349300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18872" y="3566160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490472" y="3566160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61,40%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118872" y="375818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1490472" y="375818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36,58%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118872" y="395020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1490472" y="395020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2,02%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118872" y="414223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1490472" y="414223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44" name="Shape 42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2026-05-17T03:05:51Z</dcterms:created>
  <dcterms:modified xsi:type="dcterms:W3CDTF">2026-05-17T03:05:51Z</dcterms:modified>
</cp:coreProperties>
</file>