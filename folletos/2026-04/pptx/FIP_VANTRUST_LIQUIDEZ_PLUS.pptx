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1006.43</c:v>
                </c:pt>
                <c:pt idx="2">
                  <c:v>1012.58</c:v>
                </c:pt>
                <c:pt idx="3">
                  <c:v>1018.89</c:v>
                </c:pt>
                <c:pt idx="4">
                  <c:v>1025.11</c:v>
                </c:pt>
                <c:pt idx="5">
                  <c:v>1031.33</c:v>
                </c:pt>
                <c:pt idx="6">
                  <c:v>1038.03</c:v>
                </c:pt>
                <c:pt idx="7">
                  <c:v>1044.24</c:v>
                </c:pt>
                <c:pt idx="8">
                  <c:v>1050.92</c:v>
                </c:pt>
                <c:pt idx="9">
                  <c:v>1057.54</c:v>
                </c:pt>
                <c:pt idx="10">
                  <c:v>1058.58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13,34%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2026-05-14T22:15:54Z</dcterms:created>
  <dcterms:modified xsi:type="dcterms:W3CDTF">2026-05-14T22:15:54Z</dcterms:modified>
</cp:coreProperties>
</file>