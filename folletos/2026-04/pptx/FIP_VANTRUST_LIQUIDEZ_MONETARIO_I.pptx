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Monetario I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1000</c:v>
                </c:pt>
                <c:pt idx="1">
                  <c:v>1005.79</c:v>
                </c:pt>
                <c:pt idx="2">
                  <c:v>1011.02</c:v>
                </c:pt>
                <c:pt idx="3">
                  <c:v>1016.72</c:v>
                </c:pt>
                <c:pt idx="4">
                  <c:v>1022.11</c:v>
                </c:pt>
                <c:pt idx="5">
                  <c:v>1027.84</c:v>
                </c:pt>
                <c:pt idx="6">
                  <c:v>1033.51</c:v>
                </c:pt>
                <c:pt idx="7">
                  <c:v>1038.99</c:v>
                </c:pt>
                <c:pt idx="8">
                  <c:v>1044.78</c:v>
                </c:pt>
                <c:pt idx="9">
                  <c:v>1050.69</c:v>
                </c:pt>
                <c:pt idx="10">
                  <c:v>1051.69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1008.08</c:v>
                </c:pt>
                <c:pt idx="2">
                  <c:v>1020.29</c:v>
                </c:pt>
                <c:pt idx="3">
                  <c:v>1031.83</c:v>
                </c:pt>
                <c:pt idx="4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Monetario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MONETARIO I,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Monetario I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17556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508760" y="175564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2,85%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" y="20665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21579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59152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239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153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439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439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634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 meses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634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88289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meses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88289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023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4 meses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0235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2026-05-14T22:11:49Z</dcterms:created>
  <dcterms:modified xsi:type="dcterms:W3CDTF">2026-05-14T22:11:49Z</dcterms:modified>
</cp:coreProperties>
</file>