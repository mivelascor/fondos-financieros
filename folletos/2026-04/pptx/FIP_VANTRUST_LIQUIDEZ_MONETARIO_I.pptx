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Mar 2024</c:v>
                  </c:pt>
                  <c:pt idx="1">
                    <c:v>Apr 2024</c:v>
                  </c:pt>
                  <c:pt idx="2">
                    <c:v>May 2024</c:v>
                  </c:pt>
                  <c:pt idx="3">
                    <c:v>Jun 2024</c:v>
                  </c:pt>
                  <c:pt idx="4">
                    <c:v>Jul 2024</c:v>
                  </c:pt>
                  <c:pt idx="5">
                    <c:v>Aug 2024</c:v>
                  </c:pt>
                  <c:pt idx="6">
                    <c:v>Sep 2024</c:v>
                  </c:pt>
                  <c:pt idx="7">
                    <c:v>Oct 2024</c:v>
                  </c:pt>
                  <c:pt idx="8">
                    <c:v>Nov 2024</c:v>
                  </c:pt>
                  <c:pt idx="9">
                    <c:v>Dec 2024</c:v>
                  </c:pt>
                  <c:pt idx="10">
                    <c:v>Jan 2025</c:v>
                  </c:pt>
                  <c:pt idx="11">
                    <c:v>Feb 2025</c:v>
                  </c:pt>
                  <c:pt idx="12">
                    <c:v>Mar 2025</c:v>
                  </c:pt>
                  <c:pt idx="13">
                    <c:v>Apr 2025</c:v>
                  </c:pt>
                  <c:pt idx="14">
                    <c:v>May 2025</c:v>
                  </c:pt>
                  <c:pt idx="15">
                    <c:v>Jun 2025</c:v>
                  </c:pt>
                  <c:pt idx="16">
                    <c:v>Jul 2025</c:v>
                  </c:pt>
                  <c:pt idx="17">
                    <c:v>Aug 2025</c:v>
                  </c:pt>
                  <c:pt idx="18">
                    <c:v>Sep 2025</c:v>
                  </c:pt>
                  <c:pt idx="19">
                    <c:v>Oct 2025</c:v>
                  </c:pt>
                  <c:pt idx="20">
                    <c:v>Nov 2025</c:v>
                  </c:pt>
                  <c:pt idx="21">
                    <c:v>Dec 2025</c:v>
                  </c:pt>
                  <c:pt idx="22">
                    <c:v>Jan 2026</c:v>
                  </c:pt>
                  <c:pt idx="23">
                    <c:v>Feb 2026</c:v>
                  </c:pt>
                  <c:pt idx="24">
                    <c:v>Mar 2026</c:v>
                  </c:pt>
                  <c:pt idx="25">
                    <c:v>Apr 2026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100</c:v>
                </c:pt>
                <c:pt idx="1">
                  <c:v>100.61</c:v>
                </c:pt>
                <c:pt idx="2">
                  <c:v>101.16</c:v>
                </c:pt>
                <c:pt idx="3">
                  <c:v>101.63</c:v>
                </c:pt>
                <c:pt idx="4">
                  <c:v>102.17</c:v>
                </c:pt>
                <c:pt idx="5">
                  <c:v>102.66</c:v>
                </c:pt>
                <c:pt idx="6">
                  <c:v>103.15</c:v>
                </c:pt>
                <c:pt idx="7">
                  <c:v>103.61</c:v>
                </c:pt>
                <c:pt idx="8">
                  <c:v>104.07</c:v>
                </c:pt>
                <c:pt idx="9">
                  <c:v>104.53</c:v>
                </c:pt>
                <c:pt idx="10">
                  <c:v>105</c:v>
                </c:pt>
                <c:pt idx="11">
                  <c:v>105.41</c:v>
                </c:pt>
                <c:pt idx="12">
                  <c:v>105.86</c:v>
                </c:pt>
                <c:pt idx="13">
                  <c:v>106.3</c:v>
                </c:pt>
                <c:pt idx="14">
                  <c:v>106.75</c:v>
                </c:pt>
                <c:pt idx="15">
                  <c:v>107.21</c:v>
                </c:pt>
                <c:pt idx="16">
                  <c:v>107.67</c:v>
                </c:pt>
                <c:pt idx="17">
                  <c:v>108.08</c:v>
                </c:pt>
                <c:pt idx="18">
                  <c:v>108.54</c:v>
                </c:pt>
                <c:pt idx="19">
                  <c:v>108.97</c:v>
                </c:pt>
                <c:pt idx="20">
                  <c:v>109.39</c:v>
                </c:pt>
                <c:pt idx="21">
                  <c:v>109.84</c:v>
                </c:pt>
                <c:pt idx="22">
                  <c:v>110.27</c:v>
                </c:pt>
                <c:pt idx="23">
                  <c:v>110.67</c:v>
                </c:pt>
                <c:pt idx="24">
                  <c:v>111.1</c:v>
                </c:pt>
                <c:pt idx="25">
                  <c:v>111.51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Mar 2024</c:v>
                  </c:pt>
                  <c:pt idx="1">
                    <c:v>Apr 2024</c:v>
                  </c:pt>
                  <c:pt idx="2">
                    <c:v>May 2024</c:v>
                  </c:pt>
                  <c:pt idx="3">
                    <c:v>Jun 2024</c:v>
                  </c:pt>
                  <c:pt idx="4">
                    <c:v>Jul 2024</c:v>
                  </c:pt>
                  <c:pt idx="5">
                    <c:v>Aug 2024</c:v>
                  </c:pt>
                  <c:pt idx="6">
                    <c:v>Sep 2024</c:v>
                  </c:pt>
                  <c:pt idx="7">
                    <c:v>Oct 2024</c:v>
                  </c:pt>
                  <c:pt idx="8">
                    <c:v>Nov 2024</c:v>
                  </c:pt>
                  <c:pt idx="9">
                    <c:v>Dec 2024</c:v>
                  </c:pt>
                  <c:pt idx="10">
                    <c:v>Jan 2025</c:v>
                  </c:pt>
                  <c:pt idx="11">
                    <c:v>Feb 2025</c:v>
                  </c:pt>
                  <c:pt idx="12">
                    <c:v>Mar 2025</c:v>
                  </c:pt>
                  <c:pt idx="13">
                    <c:v>Apr 2025</c:v>
                  </c:pt>
                  <c:pt idx="14">
                    <c:v>May 2025</c:v>
                  </c:pt>
                  <c:pt idx="15">
                    <c:v>Jun 2025</c:v>
                  </c:pt>
                  <c:pt idx="16">
                    <c:v>Jul 2025</c:v>
                  </c:pt>
                  <c:pt idx="17">
                    <c:v>Aug 2025</c:v>
                  </c:pt>
                  <c:pt idx="18">
                    <c:v>Sep 2025</c:v>
                  </c:pt>
                  <c:pt idx="19">
                    <c:v>Oct 2025</c:v>
                  </c:pt>
                  <c:pt idx="20">
                    <c:v>Nov 2025</c:v>
                  </c:pt>
                  <c:pt idx="21">
                    <c:v>Dec 2025</c:v>
                  </c:pt>
                  <c:pt idx="22">
                    <c:v>Jan 2026</c:v>
                  </c:pt>
                  <c:pt idx="23">
                    <c:v>Feb 2026</c:v>
                  </c:pt>
                  <c:pt idx="24">
                    <c:v>Mar 2026</c:v>
                  </c:pt>
                  <c:pt idx="25">
                    <c:v>Apr 2026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100</c:v>
                </c:pt>
                <c:pt idx="1">
                  <c:v>100.58</c:v>
                </c:pt>
                <c:pt idx="2">
                  <c:v>101.29</c:v>
                </c:pt>
                <c:pt idx="3">
                  <c:v>101.88</c:v>
                </c:pt>
                <c:pt idx="4">
                  <c:v>102.48</c:v>
                </c:pt>
                <c:pt idx="5">
                  <c:v>103</c:v>
                </c:pt>
                <c:pt idx="6">
                  <c:v>103.58</c:v>
                </c:pt>
                <c:pt idx="7">
                  <c:v>104.06</c:v>
                </c:pt>
                <c:pt idx="8">
                  <c:v>104.51</c:v>
                </c:pt>
                <c:pt idx="9">
                  <c:v>104.99</c:v>
                </c:pt>
                <c:pt idx="10">
                  <c:v>105.38</c:v>
                </c:pt>
                <c:pt idx="11">
                  <c:v>105.83</c:v>
                </c:pt>
                <c:pt idx="12">
                  <c:v>106.36</c:v>
                </c:pt>
                <c:pt idx="13">
                  <c:v>107.1</c:v>
                </c:pt>
                <c:pt idx="14">
                  <c:v>107.75</c:v>
                </c:pt>
                <c:pt idx="15">
                  <c:v>108.35</c:v>
                </c:pt>
                <c:pt idx="16">
                  <c:v>108.99</c:v>
                </c:pt>
                <c:pt idx="17">
                  <c:v>109.62</c:v>
                </c:pt>
                <c:pt idx="18">
                  <c:v>110.19</c:v>
                </c:pt>
                <c:pt idx="19">
                  <c:v>110.81</c:v>
                </c:pt>
                <c:pt idx="20">
                  <c:v>111.4</c:v>
                </c:pt>
                <c:pt idx="21">
                  <c:v>112.04</c:v>
                </c:pt>
                <c:pt idx="22">
                  <c:v>112.64</c:v>
                </c:pt>
                <c:pt idx="23">
                  <c:v>113.24</c:v>
                </c:pt>
                <c:pt idx="24">
                  <c:v>113.87</c:v>
                </c:pt>
                <c:pt idx="25">
                  <c:v>114.51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Mar 2024</c:v>
                  </c:pt>
                  <c:pt idx="1">
                    <c:v>Apr 2024</c:v>
                  </c:pt>
                  <c:pt idx="2">
                    <c:v>May 2024</c:v>
                  </c:pt>
                  <c:pt idx="3">
                    <c:v>Jun 2024</c:v>
                  </c:pt>
                  <c:pt idx="4">
                    <c:v>Jul 2024</c:v>
                  </c:pt>
                  <c:pt idx="5">
                    <c:v>Aug 2024</c:v>
                  </c:pt>
                  <c:pt idx="6">
                    <c:v>Sep 2024</c:v>
                  </c:pt>
                  <c:pt idx="7">
                    <c:v>Oct 2024</c:v>
                  </c:pt>
                  <c:pt idx="8">
                    <c:v>Nov 2024</c:v>
                  </c:pt>
                  <c:pt idx="9">
                    <c:v>Dec 2024</c:v>
                  </c:pt>
                  <c:pt idx="10">
                    <c:v>Jan 2025</c:v>
                  </c:pt>
                  <c:pt idx="11">
                    <c:v>Feb 2025</c:v>
                  </c:pt>
                  <c:pt idx="12">
                    <c:v>Mar 2025</c:v>
                  </c:pt>
                  <c:pt idx="13">
                    <c:v>Apr 2025</c:v>
                  </c:pt>
                  <c:pt idx="14">
                    <c:v>May 2025</c:v>
                  </c:pt>
                  <c:pt idx="15">
                    <c:v>Jun 2025</c:v>
                  </c:pt>
                  <c:pt idx="16">
                    <c:v>Jul 2025</c:v>
                  </c:pt>
                  <c:pt idx="17">
                    <c:v>Aug 2025</c:v>
                  </c:pt>
                  <c:pt idx="18">
                    <c:v>Sep 2025</c:v>
                  </c:pt>
                  <c:pt idx="19">
                    <c:v>Oct 2025</c:v>
                  </c:pt>
                  <c:pt idx="20">
                    <c:v>Nov 2025</c:v>
                  </c:pt>
                  <c:pt idx="21">
                    <c:v>Dec 2025</c:v>
                  </c:pt>
                  <c:pt idx="22">
                    <c:v>Jan 2026</c:v>
                  </c:pt>
                  <c:pt idx="23">
                    <c:v>Feb 2026</c:v>
                  </c:pt>
                  <c:pt idx="24">
                    <c:v>Mar 2026</c:v>
                  </c:pt>
                  <c:pt idx="25">
                    <c:v>Apr 2026</c:v>
                  </c:pt>
                </c:lvl>
              </c:multiLvlStrCache>
            </c:multiLvl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100</c:v>
                </c:pt>
                <c:pt idx="1">
                  <c:v>100.47</c:v>
                </c:pt>
                <c:pt idx="2">
                  <c:v>100.89</c:v>
                </c:pt>
                <c:pt idx="3">
                  <c:v>101.26</c:v>
                </c:pt>
                <c:pt idx="4">
                  <c:v>101.63</c:v>
                </c:pt>
                <c:pt idx="5">
                  <c:v>102</c:v>
                </c:pt>
                <c:pt idx="6">
                  <c:v>102.34</c:v>
                </c:pt>
                <c:pt idx="7">
                  <c:v>102.69</c:v>
                </c:pt>
                <c:pt idx="8">
                  <c:v>103.02</c:v>
                </c:pt>
                <c:pt idx="9">
                  <c:v>103.35</c:v>
                </c:pt>
                <c:pt idx="10">
                  <c:v>103.66</c:v>
                </c:pt>
                <c:pt idx="11">
                  <c:v>103.95</c:v>
                </c:pt>
                <c:pt idx="12">
                  <c:v>104.27</c:v>
                </c:pt>
                <c:pt idx="13">
                  <c:v>104.58</c:v>
                </c:pt>
                <c:pt idx="14">
                  <c:v>104.9</c:v>
                </c:pt>
                <c:pt idx="15">
                  <c:v>105.22</c:v>
                </c:pt>
                <c:pt idx="16">
                  <c:v>105.53</c:v>
                </c:pt>
                <c:pt idx="17">
                  <c:v>105.84</c:v>
                </c:pt>
                <c:pt idx="18">
                  <c:v>106.14</c:v>
                </c:pt>
                <c:pt idx="19">
                  <c:v>106.44</c:v>
                </c:pt>
                <c:pt idx="20">
                  <c:v>106.74</c:v>
                </c:pt>
                <c:pt idx="21">
                  <c:v>107.04</c:v>
                </c:pt>
                <c:pt idx="22">
                  <c:v>107.33</c:v>
                </c:pt>
                <c:pt idx="23">
                  <c:v>107.6</c:v>
                </c:pt>
                <c:pt idx="24">
                  <c:v>107.88</c:v>
                </c:pt>
                <c:pt idx="25">
                  <c:v>108.16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76.623.036-9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tercio de la TPM BCCh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2026-05-19T11:58:41Z</dcterms:created>
  <dcterms:modified xsi:type="dcterms:W3CDTF">2026-05-19T11:58:41Z</dcterms:modified>
</cp:coreProperties>
</file>