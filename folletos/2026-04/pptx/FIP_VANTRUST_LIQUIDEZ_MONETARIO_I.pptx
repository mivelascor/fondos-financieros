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519.78</c:v>
                </c:pt>
                <c:pt idx="1">
                  <c:v>522.32</c:v>
                </c:pt>
                <c:pt idx="2">
                  <c:v>523.75</c:v>
                </c:pt>
                <c:pt idx="3">
                  <c:v>524.58</c:v>
                </c:pt>
                <c:pt idx="4">
                  <c:v>525.18</c:v>
                </c:pt>
                <c:pt idx="5">
                  <c:v>525.63</c:v>
                </c:pt>
                <c:pt idx="6">
                  <c:v>525.88</c:v>
                </c:pt>
                <c:pt idx="7">
                  <c:v>526.1</c:v>
                </c:pt>
                <c:pt idx="8">
                  <c:v>526.32</c:v>
                </c:pt>
                <c:pt idx="9">
                  <c:v>526.54</c:v>
                </c:pt>
                <c:pt idx="10">
                  <c:v>526.76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MONETARIO I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1005.79</c:v>
                </c:pt>
                <c:pt idx="2">
                  <c:v>1011.02</c:v>
                </c:pt>
                <c:pt idx="3">
                  <c:v>1016.72</c:v>
                </c:pt>
                <c:pt idx="4">
                  <c:v>1022.11</c:v>
                </c:pt>
                <c:pt idx="5">
                  <c:v>1028.03</c:v>
                </c:pt>
                <c:pt idx="6">
                  <c:v>1033.51</c:v>
                </c:pt>
                <c:pt idx="7">
                  <c:v>1038.99</c:v>
                </c:pt>
                <c:pt idx="8">
                  <c:v>1044.78</c:v>
                </c:pt>
                <c:pt idx="9">
                  <c:v>1050.69</c:v>
                </c:pt>
                <c:pt idx="10">
                  <c:v>1051.69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2025-07-31</c:v>
                  </c:pt>
                  <c:pt idx="1">
                    <c:v>2025-08-31</c:v>
                  </c:pt>
                  <c:pt idx="2">
                    <c:v>2025-09-30</c:v>
                  </c:pt>
                  <c:pt idx="3">
                    <c:v>2025-10-31</c:v>
                  </c:pt>
                  <c:pt idx="4">
                    <c:v>2025-11-30</c:v>
                  </c:pt>
                  <c:pt idx="5">
                    <c:v>2025-12-31</c:v>
                  </c:pt>
                  <c:pt idx="6">
                    <c:v>2026-01-31</c:v>
                  </c:pt>
                  <c:pt idx="7">
                    <c:v>2026-02-28</c:v>
                  </c:pt>
                  <c:pt idx="8">
                    <c:v>2026-03-31</c:v>
                  </c:pt>
                  <c:pt idx="9">
                    <c:v>2026-04-30</c:v>
                  </c:pt>
                  <c:pt idx="10">
                    <c:v>2026-05-31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907.63</c:v>
                </c:pt>
                <c:pt idx="1">
                  <c:v>909.53</c:v>
                </c:pt>
                <c:pt idx="2">
                  <c:v>913.59</c:v>
                </c:pt>
                <c:pt idx="3">
                  <c:v>913.59</c:v>
                </c:pt>
                <c:pt idx="4">
                  <c:v>915.24</c:v>
                </c:pt>
                <c:pt idx="5">
                  <c:v>917.14</c:v>
                </c:pt>
                <c:pt idx="6">
                  <c:v>919.08</c:v>
                </c:pt>
                <c:pt idx="7">
                  <c:v>921.04</c:v>
                </c:pt>
                <c:pt idx="8">
                  <c:v>923.01</c:v>
                </c:pt>
                <c:pt idx="9">
                  <c:v>925.03</c:v>
                </c:pt>
                <c:pt idx="10">
                  <c:v>926.95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504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Monetario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76.623.036-9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tercio de la TPM BCCh + IVA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Monetario I,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11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Monetario I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MONETARIO 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2296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MONETARIO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MONETARIO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38,15%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54,45%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2026-05-18T12:54:12Z</dcterms:created>
  <dcterms:modified xsi:type="dcterms:W3CDTF">2026-05-18T12:54:12Z</dcterms:modified>
</cp:coreProperties>
</file>