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MONETARIO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1005.79</c:v>
                </c:pt>
                <c:pt idx="2">
                  <c:v>1011.02</c:v>
                </c:pt>
                <c:pt idx="3">
                  <c:v>1016.72</c:v>
                </c:pt>
                <c:pt idx="4">
                  <c:v>1022.11</c:v>
                </c:pt>
                <c:pt idx="5">
                  <c:v>1028.03</c:v>
                </c:pt>
                <c:pt idx="6">
                  <c:v>1033.51</c:v>
                </c:pt>
                <c:pt idx="7">
                  <c:v>1038.99</c:v>
                </c:pt>
                <c:pt idx="8">
                  <c:v>1044.78</c:v>
                </c:pt>
                <c:pt idx="9">
                  <c:v>1050.69</c:v>
                </c:pt>
                <c:pt idx="10">
                  <c:v>1051.69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76.623.036-9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2024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tercio de la TPM BCCh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Monetario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38,15%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54,45%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2026-05-18T17:46:36Z</dcterms:created>
  <dcterms:modified xsi:type="dcterms:W3CDTF">2026-05-18T17:46:36Z</dcterms:modified>
</cp:coreProperties>
</file>