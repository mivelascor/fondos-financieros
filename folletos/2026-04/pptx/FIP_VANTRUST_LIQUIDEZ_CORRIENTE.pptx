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Feb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100</c:v>
                </c:pt>
                <c:pt idx="1">
                  <c:v>100.39</c:v>
                </c:pt>
                <c:pt idx="2">
                  <c:v>100.82</c:v>
                </c:pt>
                <c:pt idx="3">
                  <c:v>101.24</c:v>
                </c:pt>
                <c:pt idx="4">
                  <c:v>101.67</c:v>
                </c:pt>
                <c:pt idx="5">
                  <c:v>102.1</c:v>
                </c:pt>
                <c:pt idx="6">
                  <c:v>102.54</c:v>
                </c:pt>
                <c:pt idx="7">
                  <c:v>102.94</c:v>
                </c:pt>
                <c:pt idx="8">
                  <c:v>103.37</c:v>
                </c:pt>
                <c:pt idx="9">
                  <c:v>103.78</c:v>
                </c:pt>
                <c:pt idx="10">
                  <c:v>104.18</c:v>
                </c:pt>
                <c:pt idx="11">
                  <c:v>104.61</c:v>
                </c:pt>
                <c:pt idx="12">
                  <c:v>105.02</c:v>
                </c:pt>
                <c:pt idx="13">
                  <c:v>105.4</c:v>
                </c:pt>
                <c:pt idx="14">
                  <c:v>105.81</c:v>
                </c:pt>
                <c:pt idx="15">
                  <c:v>78.89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Feb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100</c:v>
                </c:pt>
                <c:pt idx="1">
                  <c:v>100.21</c:v>
                </c:pt>
                <c:pt idx="2">
                  <c:v>100.84</c:v>
                </c:pt>
                <c:pt idx="3">
                  <c:v>101.47</c:v>
                </c:pt>
                <c:pt idx="4">
                  <c:v>102.16</c:v>
                </c:pt>
                <c:pt idx="5">
                  <c:v>102.84</c:v>
                </c:pt>
                <c:pt idx="6">
                  <c:v>103.48</c:v>
                </c:pt>
                <c:pt idx="7">
                  <c:v>104.17</c:v>
                </c:pt>
                <c:pt idx="8">
                  <c:v>104.82</c:v>
                </c:pt>
                <c:pt idx="9">
                  <c:v>105.49</c:v>
                </c:pt>
                <c:pt idx="10">
                  <c:v>106.15</c:v>
                </c:pt>
                <c:pt idx="11">
                  <c:v>106.9</c:v>
                </c:pt>
                <c:pt idx="12">
                  <c:v>107.55</c:v>
                </c:pt>
                <c:pt idx="13">
                  <c:v>108.18</c:v>
                </c:pt>
                <c:pt idx="14">
                  <c:v>108.82</c:v>
                </c:pt>
                <c:pt idx="15">
                  <c:v>109.48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Feb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  <c:pt idx="15">
                    <c:v>Apr 2026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100</c:v>
                </c:pt>
                <c:pt idx="1">
                  <c:v>100.28</c:v>
                </c:pt>
                <c:pt idx="2">
                  <c:v>100.58</c:v>
                </c:pt>
                <c:pt idx="3">
                  <c:v>100.88</c:v>
                </c:pt>
                <c:pt idx="4">
                  <c:v>101.19</c:v>
                </c:pt>
                <c:pt idx="5">
                  <c:v>101.5</c:v>
                </c:pt>
                <c:pt idx="6">
                  <c:v>101.8</c:v>
                </c:pt>
                <c:pt idx="7">
                  <c:v>102.1</c:v>
                </c:pt>
                <c:pt idx="8">
                  <c:v>102.38</c:v>
                </c:pt>
                <c:pt idx="9">
                  <c:v>102.68</c:v>
                </c:pt>
                <c:pt idx="10">
                  <c:v>102.96</c:v>
                </c:pt>
                <c:pt idx="11">
                  <c:v>103.26</c:v>
                </c:pt>
                <c:pt idx="12">
                  <c:v>103.54</c:v>
                </c:pt>
                <c:pt idx="13">
                  <c:v>103.79</c:v>
                </c:pt>
                <c:pt idx="14">
                  <c:v>104.07</c:v>
                </c:pt>
                <c:pt idx="1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76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2026-05-19T13:58:39Z</dcterms:created>
  <dcterms:modified xsi:type="dcterms:W3CDTF">2026-05-19T13:58:39Z</dcterms:modified>
</cp:coreProperties>
</file>