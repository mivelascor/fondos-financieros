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1006.62</c:v>
                </c:pt>
                <c:pt idx="2">
                  <c:v>1012.91</c:v>
                </c:pt>
                <c:pt idx="3">
                  <c:v>1019.39</c:v>
                </c:pt>
                <c:pt idx="4">
                  <c:v>1025.83</c:v>
                </c:pt>
                <c:pt idx="5">
                  <c:v>1032.99</c:v>
                </c:pt>
                <c:pt idx="6">
                  <c:v>1039.36</c:v>
                </c:pt>
                <c:pt idx="7">
                  <c:v>1045.39</c:v>
                </c:pt>
                <c:pt idx="8">
                  <c:v>1051.64</c:v>
                </c:pt>
                <c:pt idx="9">
                  <c:v>1057.99</c:v>
                </c:pt>
                <c:pt idx="10">
                  <c:v>1059.01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77,428,236-K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2026-05-18T17:46:25Z</dcterms:created>
  <dcterms:modified xsi:type="dcterms:W3CDTF">2026-05-18T17:46:25Z</dcterms:modified>
</cp:coreProperties>
</file>