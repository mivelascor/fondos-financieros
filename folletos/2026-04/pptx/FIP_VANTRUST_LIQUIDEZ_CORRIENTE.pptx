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CORRIENTE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100.66</c:v>
                </c:pt>
                <c:pt idx="2">
                  <c:v>101.29</c:v>
                </c:pt>
                <c:pt idx="3">
                  <c:v>101.94</c:v>
                </c:pt>
                <c:pt idx="4">
                  <c:v>102.58</c:v>
                </c:pt>
                <c:pt idx="5">
                  <c:v>103.3</c:v>
                </c:pt>
                <c:pt idx="6">
                  <c:v>103.94</c:v>
                </c:pt>
                <c:pt idx="7">
                  <c:v>104.54</c:v>
                </c:pt>
                <c:pt idx="8">
                  <c:v>105.16</c:v>
                </c:pt>
                <c:pt idx="9">
                  <c:v>105.8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77,428,236-K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Corriente,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Corriente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22,28%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46,66%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31,06%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2026-05-18T23:40:16Z</dcterms:created>
  <dcterms:modified xsi:type="dcterms:W3CDTF">2026-05-18T23:40:16Z</dcterms:modified>
</cp:coreProperties>
</file>