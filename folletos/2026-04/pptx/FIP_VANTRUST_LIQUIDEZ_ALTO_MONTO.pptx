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FIP Liquidez Alto Monto</c:v>
                </c:pt>
              </c:strCache>
            </c:strRef>
          </c:tx>
          <c:spPr>
            <a:solidFill>
              <a:srgbClr val="000000"/>
            </a:solidFill>
            <a:ln w="1905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Sheet1!$B$2:$B$281</c:f>
              <c:numCache>
                <c:formatCode>General</c:formatCode>
                <c:ptCount val="280"/>
                <c:pt idx="0">
                  <c:v>1000</c:v>
                </c:pt>
                <c:pt idx="1">
                  <c:v>1000.22</c:v>
                </c:pt>
                <c:pt idx="2">
                  <c:v>1000.41</c:v>
                </c:pt>
                <c:pt idx="3">
                  <c:v>1000.63</c:v>
                </c:pt>
                <c:pt idx="4">
                  <c:v>1000.84</c:v>
                </c:pt>
                <c:pt idx="5">
                  <c:v>1001.04</c:v>
                </c:pt>
                <c:pt idx="6">
                  <c:v>1001.25</c:v>
                </c:pt>
                <c:pt idx="7">
                  <c:v>1001.46</c:v>
                </c:pt>
                <c:pt idx="8">
                  <c:v>1001.68</c:v>
                </c:pt>
                <c:pt idx="9">
                  <c:v>1001.9</c:v>
                </c:pt>
                <c:pt idx="10">
                  <c:v>1002.12</c:v>
                </c:pt>
                <c:pt idx="11">
                  <c:v>1002.33</c:v>
                </c:pt>
                <c:pt idx="12">
                  <c:v>1002.55</c:v>
                </c:pt>
                <c:pt idx="13">
                  <c:v>1002.77</c:v>
                </c:pt>
                <c:pt idx="14">
                  <c:v>1002.98</c:v>
                </c:pt>
                <c:pt idx="15">
                  <c:v>1003.2</c:v>
                </c:pt>
                <c:pt idx="16">
                  <c:v>1003.42</c:v>
                </c:pt>
                <c:pt idx="17">
                  <c:v>1003.64</c:v>
                </c:pt>
                <c:pt idx="18">
                  <c:v>1003.86</c:v>
                </c:pt>
                <c:pt idx="19">
                  <c:v>1004.05</c:v>
                </c:pt>
                <c:pt idx="20">
                  <c:v>1004.26</c:v>
                </c:pt>
                <c:pt idx="21">
                  <c:v>1004.48</c:v>
                </c:pt>
                <c:pt idx="22">
                  <c:v>1004.7</c:v>
                </c:pt>
                <c:pt idx="23">
                  <c:v>1004.91</c:v>
                </c:pt>
                <c:pt idx="24">
                  <c:v>1005.12</c:v>
                </c:pt>
                <c:pt idx="25">
                  <c:v>1005.34</c:v>
                </c:pt>
                <c:pt idx="26">
                  <c:v>1005.55</c:v>
                </c:pt>
                <c:pt idx="27">
                  <c:v>1005.76</c:v>
                </c:pt>
                <c:pt idx="28">
                  <c:v>1005.97</c:v>
                </c:pt>
                <c:pt idx="29">
                  <c:v>1006.18</c:v>
                </c:pt>
                <c:pt idx="30">
                  <c:v>1006.4</c:v>
                </c:pt>
                <c:pt idx="31">
                  <c:v>1006.61</c:v>
                </c:pt>
                <c:pt idx="32">
                  <c:v>1006.82</c:v>
                </c:pt>
                <c:pt idx="33">
                  <c:v>1007.03</c:v>
                </c:pt>
                <c:pt idx="34">
                  <c:v>1007.25</c:v>
                </c:pt>
                <c:pt idx="35">
                  <c:v>1007.46</c:v>
                </c:pt>
                <c:pt idx="36">
                  <c:v>1007.67</c:v>
                </c:pt>
                <c:pt idx="37">
                  <c:v>1007.89</c:v>
                </c:pt>
                <c:pt idx="38">
                  <c:v>1008.1</c:v>
                </c:pt>
                <c:pt idx="39">
                  <c:v>1008.31</c:v>
                </c:pt>
                <c:pt idx="40">
                  <c:v>1008.53</c:v>
                </c:pt>
                <c:pt idx="41">
                  <c:v>1008.74</c:v>
                </c:pt>
                <c:pt idx="42">
                  <c:v>1008.95</c:v>
                </c:pt>
                <c:pt idx="43">
                  <c:v>1009.12</c:v>
                </c:pt>
                <c:pt idx="44">
                  <c:v>1009.32</c:v>
                </c:pt>
                <c:pt idx="45">
                  <c:v>1009.52</c:v>
                </c:pt>
                <c:pt idx="46">
                  <c:v>1009.72</c:v>
                </c:pt>
                <c:pt idx="47">
                  <c:v>1009.93</c:v>
                </c:pt>
                <c:pt idx="48">
                  <c:v>1010.12</c:v>
                </c:pt>
                <c:pt idx="49">
                  <c:v>1010.32</c:v>
                </c:pt>
                <c:pt idx="50">
                  <c:v>1010.53</c:v>
                </c:pt>
                <c:pt idx="51">
                  <c:v>1010.74</c:v>
                </c:pt>
                <c:pt idx="52">
                  <c:v>1010.95</c:v>
                </c:pt>
                <c:pt idx="53">
                  <c:v>1011.16</c:v>
                </c:pt>
                <c:pt idx="54">
                  <c:v>1011.37</c:v>
                </c:pt>
                <c:pt idx="55">
                  <c:v>1011.58</c:v>
                </c:pt>
                <c:pt idx="56">
                  <c:v>1011.79</c:v>
                </c:pt>
                <c:pt idx="57">
                  <c:v>1012</c:v>
                </c:pt>
                <c:pt idx="58">
                  <c:v>1012.23</c:v>
                </c:pt>
                <c:pt idx="59">
                  <c:v>1012.44</c:v>
                </c:pt>
                <c:pt idx="60">
                  <c:v>1012.66</c:v>
                </c:pt>
                <c:pt idx="61">
                  <c:v>1012.87</c:v>
                </c:pt>
                <c:pt idx="62">
                  <c:v>1013.09</c:v>
                </c:pt>
                <c:pt idx="63">
                  <c:v>1013.3</c:v>
                </c:pt>
                <c:pt idx="64">
                  <c:v>1013.51</c:v>
                </c:pt>
                <c:pt idx="65">
                  <c:v>1013.74</c:v>
                </c:pt>
                <c:pt idx="66">
                  <c:v>1013.97</c:v>
                </c:pt>
                <c:pt idx="67">
                  <c:v>1014.19</c:v>
                </c:pt>
                <c:pt idx="68">
                  <c:v>1014.43</c:v>
                </c:pt>
                <c:pt idx="69">
                  <c:v>1014.65</c:v>
                </c:pt>
                <c:pt idx="70">
                  <c:v>1014.88</c:v>
                </c:pt>
                <c:pt idx="71">
                  <c:v>1015.1</c:v>
                </c:pt>
                <c:pt idx="72">
                  <c:v>1015.31</c:v>
                </c:pt>
                <c:pt idx="73">
                  <c:v>1015.52</c:v>
                </c:pt>
                <c:pt idx="74">
                  <c:v>1015.71</c:v>
                </c:pt>
                <c:pt idx="75">
                  <c:v>1015.92</c:v>
                </c:pt>
                <c:pt idx="76">
                  <c:v>1016.13</c:v>
                </c:pt>
                <c:pt idx="77">
                  <c:v>1016.35</c:v>
                </c:pt>
                <c:pt idx="78">
                  <c:v>1016.57</c:v>
                </c:pt>
                <c:pt idx="79">
                  <c:v>1016.79</c:v>
                </c:pt>
                <c:pt idx="80">
                  <c:v>1017.02</c:v>
                </c:pt>
                <c:pt idx="81">
                  <c:v>1017.24</c:v>
                </c:pt>
                <c:pt idx="82">
                  <c:v>1017.46</c:v>
                </c:pt>
                <c:pt idx="83">
                  <c:v>1017.68</c:v>
                </c:pt>
                <c:pt idx="84">
                  <c:v>1017.9</c:v>
                </c:pt>
                <c:pt idx="85">
                  <c:v>1018.12</c:v>
                </c:pt>
                <c:pt idx="86">
                  <c:v>1018.34</c:v>
                </c:pt>
                <c:pt idx="87">
                  <c:v>1018.56</c:v>
                </c:pt>
                <c:pt idx="88">
                  <c:v>1018.78</c:v>
                </c:pt>
                <c:pt idx="89">
                  <c:v>1019</c:v>
                </c:pt>
                <c:pt idx="90">
                  <c:v>1019.21</c:v>
                </c:pt>
                <c:pt idx="91">
                  <c:v>1019.43</c:v>
                </c:pt>
                <c:pt idx="92">
                  <c:v>1019.65</c:v>
                </c:pt>
                <c:pt idx="93">
                  <c:v>1019.86</c:v>
                </c:pt>
                <c:pt idx="94">
                  <c:v>1020.08</c:v>
                </c:pt>
                <c:pt idx="95">
                  <c:v>1020.3</c:v>
                </c:pt>
                <c:pt idx="96">
                  <c:v>1020.52</c:v>
                </c:pt>
                <c:pt idx="97">
                  <c:v>1020.74</c:v>
                </c:pt>
                <c:pt idx="98">
                  <c:v>1020.94</c:v>
                </c:pt>
                <c:pt idx="99">
                  <c:v>1021.16</c:v>
                </c:pt>
                <c:pt idx="100">
                  <c:v>1021.38</c:v>
                </c:pt>
                <c:pt idx="101">
                  <c:v>1021.6</c:v>
                </c:pt>
                <c:pt idx="102">
                  <c:v>1021.82</c:v>
                </c:pt>
                <c:pt idx="103">
                  <c:v>1022.04</c:v>
                </c:pt>
                <c:pt idx="104">
                  <c:v>1022.26</c:v>
                </c:pt>
                <c:pt idx="105">
                  <c:v>1022.49</c:v>
                </c:pt>
                <c:pt idx="106">
                  <c:v>1022.71</c:v>
                </c:pt>
                <c:pt idx="107">
                  <c:v>1022.94</c:v>
                </c:pt>
                <c:pt idx="108">
                  <c:v>1023.16</c:v>
                </c:pt>
                <c:pt idx="109">
                  <c:v>1023.38</c:v>
                </c:pt>
                <c:pt idx="110">
                  <c:v>1023.6</c:v>
                </c:pt>
                <c:pt idx="111">
                  <c:v>1023.82</c:v>
                </c:pt>
                <c:pt idx="112">
                  <c:v>1024.06</c:v>
                </c:pt>
                <c:pt idx="113">
                  <c:v>1024.29</c:v>
                </c:pt>
                <c:pt idx="114">
                  <c:v>1024.52</c:v>
                </c:pt>
                <c:pt idx="115">
                  <c:v>1024.74</c:v>
                </c:pt>
                <c:pt idx="116">
                  <c:v>1024.97</c:v>
                </c:pt>
                <c:pt idx="117">
                  <c:v>1025.17</c:v>
                </c:pt>
                <c:pt idx="118">
                  <c:v>1025.39</c:v>
                </c:pt>
                <c:pt idx="119">
                  <c:v>1025.62</c:v>
                </c:pt>
                <c:pt idx="120">
                  <c:v>1025.81</c:v>
                </c:pt>
                <c:pt idx="121">
                  <c:v>1026.01</c:v>
                </c:pt>
                <c:pt idx="122">
                  <c:v>1026.22</c:v>
                </c:pt>
                <c:pt idx="123">
                  <c:v>1026.44</c:v>
                </c:pt>
                <c:pt idx="124">
                  <c:v>1026.65</c:v>
                </c:pt>
                <c:pt idx="125">
                  <c:v>1026.87</c:v>
                </c:pt>
                <c:pt idx="126">
                  <c:v>1027.07</c:v>
                </c:pt>
                <c:pt idx="127">
                  <c:v>1027.28</c:v>
                </c:pt>
                <c:pt idx="128">
                  <c:v>1027.49</c:v>
                </c:pt>
                <c:pt idx="129">
                  <c:v>1027.7</c:v>
                </c:pt>
                <c:pt idx="130">
                  <c:v>1027.92</c:v>
                </c:pt>
                <c:pt idx="131">
                  <c:v>1028.14</c:v>
                </c:pt>
                <c:pt idx="132">
                  <c:v>1028.36</c:v>
                </c:pt>
                <c:pt idx="133">
                  <c:v>1028.56</c:v>
                </c:pt>
                <c:pt idx="134">
                  <c:v>1028.78</c:v>
                </c:pt>
                <c:pt idx="135">
                  <c:v>1029</c:v>
                </c:pt>
                <c:pt idx="136">
                  <c:v>1029.22</c:v>
                </c:pt>
                <c:pt idx="137">
                  <c:v>1029.44</c:v>
                </c:pt>
                <c:pt idx="138">
                  <c:v>1029.66</c:v>
                </c:pt>
                <c:pt idx="139">
                  <c:v>1029.88</c:v>
                </c:pt>
                <c:pt idx="140">
                  <c:v>1030.1</c:v>
                </c:pt>
                <c:pt idx="141">
                  <c:v>1030.34</c:v>
                </c:pt>
                <c:pt idx="142">
                  <c:v>1030.57</c:v>
                </c:pt>
                <c:pt idx="143">
                  <c:v>1030.8</c:v>
                </c:pt>
                <c:pt idx="144">
                  <c:v>1031.03</c:v>
                </c:pt>
                <c:pt idx="145">
                  <c:v>1031.22</c:v>
                </c:pt>
                <c:pt idx="146">
                  <c:v>1031.46</c:v>
                </c:pt>
                <c:pt idx="147">
                  <c:v>1031.7</c:v>
                </c:pt>
                <c:pt idx="148">
                  <c:v>1031.93</c:v>
                </c:pt>
                <c:pt idx="149">
                  <c:v>1032.17</c:v>
                </c:pt>
                <c:pt idx="150">
                  <c:v>1032.4</c:v>
                </c:pt>
                <c:pt idx="151">
                  <c:v>1032.64</c:v>
                </c:pt>
                <c:pt idx="152">
                  <c:v>1032.87</c:v>
                </c:pt>
                <c:pt idx="153">
                  <c:v>1033.11</c:v>
                </c:pt>
                <c:pt idx="154">
                  <c:v>1033.34</c:v>
                </c:pt>
                <c:pt idx="155">
                  <c:v>1033.58</c:v>
                </c:pt>
                <c:pt idx="156">
                  <c:v>1033.82</c:v>
                </c:pt>
                <c:pt idx="157">
                  <c:v>1034.05</c:v>
                </c:pt>
                <c:pt idx="158">
                  <c:v>1034.29</c:v>
                </c:pt>
                <c:pt idx="159">
                  <c:v>1034.51</c:v>
                </c:pt>
                <c:pt idx="160">
                  <c:v>1034.74</c:v>
                </c:pt>
                <c:pt idx="161">
                  <c:v>1034.97</c:v>
                </c:pt>
                <c:pt idx="162">
                  <c:v>1035.21</c:v>
                </c:pt>
                <c:pt idx="163">
                  <c:v>1035.43</c:v>
                </c:pt>
                <c:pt idx="164">
                  <c:v>1035.65</c:v>
                </c:pt>
                <c:pt idx="165">
                  <c:v>1035.87</c:v>
                </c:pt>
                <c:pt idx="166">
                  <c:v>1036.1</c:v>
                </c:pt>
                <c:pt idx="167">
                  <c:v>1036.29</c:v>
                </c:pt>
                <c:pt idx="168">
                  <c:v>1036.52</c:v>
                </c:pt>
                <c:pt idx="169">
                  <c:v>1036.74</c:v>
                </c:pt>
                <c:pt idx="170">
                  <c:v>1036.97</c:v>
                </c:pt>
                <c:pt idx="171">
                  <c:v>1037.2</c:v>
                </c:pt>
                <c:pt idx="172">
                  <c:v>1037.42</c:v>
                </c:pt>
                <c:pt idx="173">
                  <c:v>1037.65</c:v>
                </c:pt>
                <c:pt idx="174">
                  <c:v>1037.87</c:v>
                </c:pt>
                <c:pt idx="175">
                  <c:v>1038.1</c:v>
                </c:pt>
                <c:pt idx="176">
                  <c:v>1038.31</c:v>
                </c:pt>
                <c:pt idx="177">
                  <c:v>1038.52</c:v>
                </c:pt>
                <c:pt idx="178">
                  <c:v>1038.75</c:v>
                </c:pt>
                <c:pt idx="179">
                  <c:v>1038.97</c:v>
                </c:pt>
                <c:pt idx="180">
                  <c:v>1039.18</c:v>
                </c:pt>
                <c:pt idx="181">
                  <c:v>1039.38</c:v>
                </c:pt>
                <c:pt idx="182">
                  <c:v>1039.6</c:v>
                </c:pt>
                <c:pt idx="183">
                  <c:v>1039.83</c:v>
                </c:pt>
                <c:pt idx="184">
                  <c:v>1040.05</c:v>
                </c:pt>
                <c:pt idx="185">
                  <c:v>1040.28</c:v>
                </c:pt>
                <c:pt idx="186">
                  <c:v>1040.5</c:v>
                </c:pt>
                <c:pt idx="187">
                  <c:v>1040.73</c:v>
                </c:pt>
                <c:pt idx="188">
                  <c:v>1040.95</c:v>
                </c:pt>
                <c:pt idx="189">
                  <c:v>1041.17</c:v>
                </c:pt>
                <c:pt idx="190">
                  <c:v>1041.38</c:v>
                </c:pt>
                <c:pt idx="191">
                  <c:v>1041.6</c:v>
                </c:pt>
                <c:pt idx="192">
                  <c:v>1041.82</c:v>
                </c:pt>
                <c:pt idx="193">
                  <c:v>1042.04</c:v>
                </c:pt>
                <c:pt idx="194">
                  <c:v>1042.26</c:v>
                </c:pt>
                <c:pt idx="195">
                  <c:v>1042.48</c:v>
                </c:pt>
                <c:pt idx="196">
                  <c:v>1042.7</c:v>
                </c:pt>
                <c:pt idx="197">
                  <c:v>1042.93</c:v>
                </c:pt>
                <c:pt idx="198">
                  <c:v>1043.15</c:v>
                </c:pt>
                <c:pt idx="199">
                  <c:v>1043.38</c:v>
                </c:pt>
                <c:pt idx="200">
                  <c:v>1043.61</c:v>
                </c:pt>
                <c:pt idx="201">
                  <c:v>1043.83</c:v>
                </c:pt>
                <c:pt idx="202">
                  <c:v>1044.06</c:v>
                </c:pt>
                <c:pt idx="203">
                  <c:v>1044.28</c:v>
                </c:pt>
                <c:pt idx="204">
                  <c:v>1044.51</c:v>
                </c:pt>
                <c:pt idx="205">
                  <c:v>1044.74</c:v>
                </c:pt>
                <c:pt idx="206">
                  <c:v>1044.97</c:v>
                </c:pt>
                <c:pt idx="207">
                  <c:v>1045.19</c:v>
                </c:pt>
                <c:pt idx="208">
                  <c:v>1045.42</c:v>
                </c:pt>
                <c:pt idx="209">
                  <c:v>1045.65</c:v>
                </c:pt>
                <c:pt idx="210">
                  <c:v>1045.87</c:v>
                </c:pt>
                <c:pt idx="211">
                  <c:v>1046.07</c:v>
                </c:pt>
                <c:pt idx="212">
                  <c:v>1046.29</c:v>
                </c:pt>
                <c:pt idx="213">
                  <c:v>1046.51</c:v>
                </c:pt>
                <c:pt idx="214">
                  <c:v>1046.73</c:v>
                </c:pt>
                <c:pt idx="215">
                  <c:v>1046.95</c:v>
                </c:pt>
                <c:pt idx="216">
                  <c:v>1047.17</c:v>
                </c:pt>
                <c:pt idx="217">
                  <c:v>1047.39</c:v>
                </c:pt>
                <c:pt idx="218">
                  <c:v>1047.62</c:v>
                </c:pt>
                <c:pt idx="219">
                  <c:v>1047.83</c:v>
                </c:pt>
                <c:pt idx="220">
                  <c:v>1048.04</c:v>
                </c:pt>
                <c:pt idx="221">
                  <c:v>1048.25</c:v>
                </c:pt>
                <c:pt idx="222">
                  <c:v>1048.46</c:v>
                </c:pt>
                <c:pt idx="223">
                  <c:v>1048.67</c:v>
                </c:pt>
                <c:pt idx="224">
                  <c:v>1048.88</c:v>
                </c:pt>
                <c:pt idx="225">
                  <c:v>1049.09</c:v>
                </c:pt>
                <c:pt idx="226">
                  <c:v>1049.3</c:v>
                </c:pt>
                <c:pt idx="227">
                  <c:v>1049.51</c:v>
                </c:pt>
                <c:pt idx="228">
                  <c:v>1049.72</c:v>
                </c:pt>
                <c:pt idx="229">
                  <c:v>1049.92</c:v>
                </c:pt>
                <c:pt idx="230">
                  <c:v>1050.11</c:v>
                </c:pt>
                <c:pt idx="231">
                  <c:v>1050.32</c:v>
                </c:pt>
                <c:pt idx="232">
                  <c:v>1050.52</c:v>
                </c:pt>
                <c:pt idx="233">
                  <c:v>1050.74</c:v>
                </c:pt>
                <c:pt idx="234">
                  <c:v>1050.94</c:v>
                </c:pt>
                <c:pt idx="235">
                  <c:v>1051.15</c:v>
                </c:pt>
                <c:pt idx="236">
                  <c:v>1051.36</c:v>
                </c:pt>
                <c:pt idx="237">
                  <c:v>1051.57</c:v>
                </c:pt>
                <c:pt idx="238">
                  <c:v>1051.78</c:v>
                </c:pt>
                <c:pt idx="239">
                  <c:v>1051.99</c:v>
                </c:pt>
                <c:pt idx="240">
                  <c:v>1052.2</c:v>
                </c:pt>
                <c:pt idx="241">
                  <c:v>1052.42</c:v>
                </c:pt>
                <c:pt idx="242">
                  <c:v>1052.63</c:v>
                </c:pt>
                <c:pt idx="243">
                  <c:v>1052.84</c:v>
                </c:pt>
                <c:pt idx="244">
                  <c:v>1053.05</c:v>
                </c:pt>
                <c:pt idx="245">
                  <c:v>1053.25</c:v>
                </c:pt>
                <c:pt idx="246">
                  <c:v>1053.46</c:v>
                </c:pt>
                <c:pt idx="247">
                  <c:v>1053.67</c:v>
                </c:pt>
                <c:pt idx="248">
                  <c:v>1053.88</c:v>
                </c:pt>
                <c:pt idx="249">
                  <c:v>1054.09</c:v>
                </c:pt>
                <c:pt idx="250">
                  <c:v>1054.31</c:v>
                </c:pt>
                <c:pt idx="251">
                  <c:v>1054.53</c:v>
                </c:pt>
                <c:pt idx="252">
                  <c:v>1054.74</c:v>
                </c:pt>
                <c:pt idx="253">
                  <c:v>1054.96</c:v>
                </c:pt>
                <c:pt idx="254">
                  <c:v>1055.18</c:v>
                </c:pt>
                <c:pt idx="255">
                  <c:v>1055.4</c:v>
                </c:pt>
                <c:pt idx="256">
                  <c:v>1055.62</c:v>
                </c:pt>
                <c:pt idx="257">
                  <c:v>1055.83</c:v>
                </c:pt>
                <c:pt idx="258">
                  <c:v>1056.05</c:v>
                </c:pt>
                <c:pt idx="259">
                  <c:v>1056.26</c:v>
                </c:pt>
                <c:pt idx="260">
                  <c:v>1056.47</c:v>
                </c:pt>
                <c:pt idx="261">
                  <c:v>1056.67</c:v>
                </c:pt>
                <c:pt idx="262">
                  <c:v>1056.88</c:v>
                </c:pt>
                <c:pt idx="263">
                  <c:v>1057.09</c:v>
                </c:pt>
                <c:pt idx="264">
                  <c:v>1057.3</c:v>
                </c:pt>
                <c:pt idx="265">
                  <c:v>1057.52</c:v>
                </c:pt>
                <c:pt idx="266">
                  <c:v>1057.73</c:v>
                </c:pt>
                <c:pt idx="267">
                  <c:v>1057.94</c:v>
                </c:pt>
                <c:pt idx="268">
                  <c:v>1058.15</c:v>
                </c:pt>
                <c:pt idx="269">
                  <c:v>1058.36</c:v>
                </c:pt>
                <c:pt idx="270">
                  <c:v>1058.57</c:v>
                </c:pt>
                <c:pt idx="271">
                  <c:v>1058.78</c:v>
                </c:pt>
                <c:pt idx="272">
                  <c:v>1058.99</c:v>
                </c:pt>
                <c:pt idx="273">
                  <c:v>1059.21</c:v>
                </c:pt>
                <c:pt idx="274">
                  <c:v>1059.42</c:v>
                </c:pt>
                <c:pt idx="275">
                  <c:v>1059.63</c:v>
                </c:pt>
                <c:pt idx="276">
                  <c:v>1059.84</c:v>
                </c:pt>
                <c:pt idx="277">
                  <c:v>1060.06</c:v>
                </c:pt>
                <c:pt idx="278">
                  <c:v>1060.26</c:v>
                </c:pt>
                <c:pt idx="279">
                  <c:v>1060.48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905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Sheet1!$C$2:$C$281</c:f>
              <c:numCache>
                <c:formatCode>General</c:formatCode>
                <c:ptCount val="280"/>
                <c:pt idx="0">
                  <c:v>1000</c:v>
                </c:pt>
                <c:pt idx="1">
                  <c:v>1003.83</c:v>
                </c:pt>
                <c:pt idx="2">
                  <c:v>1008.08</c:v>
                </c:pt>
                <c:pt idx="3">
                  <c:v>1012.07</c:v>
                </c:pt>
                <c:pt idx="4">
                  <c:v>1015.96</c:v>
                </c:pt>
                <c:pt idx="5">
                  <c:v>1020.29</c:v>
                </c:pt>
                <c:pt idx="6">
                  <c:v>1024.12</c:v>
                </c:pt>
                <c:pt idx="7">
                  <c:v>1027.71</c:v>
                </c:pt>
                <c:pt idx="8">
                  <c:v>1031.83</c:v>
                </c:pt>
                <c:pt idx="9">
                  <c:v>1035.71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905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Sheet1!$A$2:$A$281</c:f>
              <c:multiLvlStrCache>
                <c:ptCount val="280"/>
                <c:lvl>
                  <c:pt idx="0">
                    <c:v>Jul 2025</c:v>
                  </c:pt>
                  <c:pt idx="1">
                    <c:v>Jul 2025</c:v>
                  </c:pt>
                  <c:pt idx="2">
                    <c:v>Aug 2025</c:v>
                  </c:pt>
                  <c:pt idx="3">
                    <c:v>Aug 2025</c:v>
                  </c:pt>
                  <c:pt idx="4">
                    <c:v>Aug 2025</c:v>
                  </c:pt>
                  <c:pt idx="5">
                    <c:v>Aug 2025</c:v>
                  </c:pt>
                  <c:pt idx="6">
                    <c:v>Aug 2025</c:v>
                  </c:pt>
                  <c:pt idx="7">
                    <c:v>Aug 2025</c:v>
                  </c:pt>
                  <c:pt idx="8">
                    <c:v>Aug 2025</c:v>
                  </c:pt>
                  <c:pt idx="9">
                    <c:v>Aug 2025</c:v>
                  </c:pt>
                  <c:pt idx="10">
                    <c:v>Aug 2025</c:v>
                  </c:pt>
                  <c:pt idx="11">
                    <c:v>Aug 2025</c:v>
                  </c:pt>
                  <c:pt idx="12">
                    <c:v>Aug 2025</c:v>
                  </c:pt>
                  <c:pt idx="13">
                    <c:v>Aug 2025</c:v>
                  </c:pt>
                  <c:pt idx="14">
                    <c:v>Aug 2025</c:v>
                  </c:pt>
                  <c:pt idx="15">
                    <c:v>Aug 2025</c:v>
                  </c:pt>
                  <c:pt idx="16">
                    <c:v>Aug 2025</c:v>
                  </c:pt>
                  <c:pt idx="17">
                    <c:v>Aug 2025</c:v>
                  </c:pt>
                  <c:pt idx="18">
                    <c:v>Aug 2025</c:v>
                  </c:pt>
                  <c:pt idx="19">
                    <c:v>Aug 2025</c:v>
                  </c:pt>
                  <c:pt idx="20">
                    <c:v>Aug 2025</c:v>
                  </c:pt>
                  <c:pt idx="21">
                    <c:v>Aug 2025</c:v>
                  </c:pt>
                  <c:pt idx="22">
                    <c:v>Aug 2025</c:v>
                  </c:pt>
                  <c:pt idx="23">
                    <c:v>Aug 2025</c:v>
                  </c:pt>
                  <c:pt idx="24">
                    <c:v>Aug 2025</c:v>
                  </c:pt>
                  <c:pt idx="25">
                    <c:v>Aug 2025</c:v>
                  </c:pt>
                  <c:pt idx="26">
                    <c:v>Aug 2025</c:v>
                  </c:pt>
                  <c:pt idx="27">
                    <c:v>Aug 2025</c:v>
                  </c:pt>
                  <c:pt idx="28">
                    <c:v>Aug 2025</c:v>
                  </c:pt>
                  <c:pt idx="29">
                    <c:v>Aug 2025</c:v>
                  </c:pt>
                  <c:pt idx="30">
                    <c:v>Aug 2025</c:v>
                  </c:pt>
                  <c:pt idx="31">
                    <c:v>Aug 2025</c:v>
                  </c:pt>
                  <c:pt idx="32">
                    <c:v>Aug 2025</c:v>
                  </c:pt>
                  <c:pt idx="33">
                    <c:v>Sep 2025</c:v>
                  </c:pt>
                  <c:pt idx="34">
                    <c:v>Sep 2025</c:v>
                  </c:pt>
                  <c:pt idx="35">
                    <c:v>Sep 2025</c:v>
                  </c:pt>
                  <c:pt idx="36">
                    <c:v>Sep 2025</c:v>
                  </c:pt>
                  <c:pt idx="37">
                    <c:v>Sep 2025</c:v>
                  </c:pt>
                  <c:pt idx="38">
                    <c:v>Sep 2025</c:v>
                  </c:pt>
                  <c:pt idx="39">
                    <c:v>Sep 2025</c:v>
                  </c:pt>
                  <c:pt idx="40">
                    <c:v>Sep 2025</c:v>
                  </c:pt>
                  <c:pt idx="41">
                    <c:v>Sep 2025</c:v>
                  </c:pt>
                  <c:pt idx="42">
                    <c:v>Sep 2025</c:v>
                  </c:pt>
                  <c:pt idx="43">
                    <c:v>Sep 2025</c:v>
                  </c:pt>
                  <c:pt idx="44">
                    <c:v>Sep 2025</c:v>
                  </c:pt>
                  <c:pt idx="45">
                    <c:v>Sep 2025</c:v>
                  </c:pt>
                  <c:pt idx="46">
                    <c:v>Sep 2025</c:v>
                  </c:pt>
                  <c:pt idx="47">
                    <c:v>Sep 2025</c:v>
                  </c:pt>
                  <c:pt idx="48">
                    <c:v>Sep 2025</c:v>
                  </c:pt>
                  <c:pt idx="49">
                    <c:v>Sep 2025</c:v>
                  </c:pt>
                  <c:pt idx="50">
                    <c:v>Sep 2025</c:v>
                  </c:pt>
                  <c:pt idx="51">
                    <c:v>Sep 2025</c:v>
                  </c:pt>
                  <c:pt idx="52">
                    <c:v>Sep 2025</c:v>
                  </c:pt>
                  <c:pt idx="53">
                    <c:v>Sep 2025</c:v>
                  </c:pt>
                  <c:pt idx="54">
                    <c:v>Sep 2025</c:v>
                  </c:pt>
                  <c:pt idx="55">
                    <c:v>Sep 2025</c:v>
                  </c:pt>
                  <c:pt idx="56">
                    <c:v>Sep 2025</c:v>
                  </c:pt>
                  <c:pt idx="57">
                    <c:v>Sep 2025</c:v>
                  </c:pt>
                  <c:pt idx="58">
                    <c:v>Sep 2025</c:v>
                  </c:pt>
                  <c:pt idx="59">
                    <c:v>Sep 2025</c:v>
                  </c:pt>
                  <c:pt idx="60">
                    <c:v>Sep 2025</c:v>
                  </c:pt>
                  <c:pt idx="61">
                    <c:v>Sep 2025</c:v>
                  </c:pt>
                  <c:pt idx="62">
                    <c:v>Sep 2025</c:v>
                  </c:pt>
                  <c:pt idx="63">
                    <c:v>Oct 2025</c:v>
                  </c:pt>
                  <c:pt idx="64">
                    <c:v>Oct 2025</c:v>
                  </c:pt>
                  <c:pt idx="65">
                    <c:v>Oct 2025</c:v>
                  </c:pt>
                  <c:pt idx="66">
                    <c:v>Oct 2025</c:v>
                  </c:pt>
                  <c:pt idx="67">
                    <c:v>Oct 2025</c:v>
                  </c:pt>
                  <c:pt idx="68">
                    <c:v>Oct 2025</c:v>
                  </c:pt>
                  <c:pt idx="69">
                    <c:v>Oct 2025</c:v>
                  </c:pt>
                  <c:pt idx="70">
                    <c:v>Oct 2025</c:v>
                  </c:pt>
                  <c:pt idx="71">
                    <c:v>Oct 2025</c:v>
                  </c:pt>
                  <c:pt idx="72">
                    <c:v>Oct 2025</c:v>
                  </c:pt>
                  <c:pt idx="73">
                    <c:v>Oct 2025</c:v>
                  </c:pt>
                  <c:pt idx="74">
                    <c:v>Oct 2025</c:v>
                  </c:pt>
                  <c:pt idx="75">
                    <c:v>Oct 2025</c:v>
                  </c:pt>
                  <c:pt idx="76">
                    <c:v>Oct 2025</c:v>
                  </c:pt>
                  <c:pt idx="77">
                    <c:v>Oct 2025</c:v>
                  </c:pt>
                  <c:pt idx="78">
                    <c:v>Oct 2025</c:v>
                  </c:pt>
                  <c:pt idx="79">
                    <c:v>Oct 2025</c:v>
                  </c:pt>
                  <c:pt idx="80">
                    <c:v>Oct 2025</c:v>
                  </c:pt>
                  <c:pt idx="81">
                    <c:v>Oct 2025</c:v>
                  </c:pt>
                  <c:pt idx="82">
                    <c:v>Oct 2025</c:v>
                  </c:pt>
                  <c:pt idx="83">
                    <c:v>Oct 2025</c:v>
                  </c:pt>
                  <c:pt idx="84">
                    <c:v>Oct 2025</c:v>
                  </c:pt>
                  <c:pt idx="85">
                    <c:v>Oct 2025</c:v>
                  </c:pt>
                  <c:pt idx="86">
                    <c:v>Oct 2025</c:v>
                  </c:pt>
                  <c:pt idx="87">
                    <c:v>Oct 2025</c:v>
                  </c:pt>
                  <c:pt idx="88">
                    <c:v>Oct 2025</c:v>
                  </c:pt>
                  <c:pt idx="89">
                    <c:v>Oct 2025</c:v>
                  </c:pt>
                  <c:pt idx="90">
                    <c:v>Oct 2025</c:v>
                  </c:pt>
                  <c:pt idx="91">
                    <c:v>Oct 2025</c:v>
                  </c:pt>
                  <c:pt idx="92">
                    <c:v>Oct 2025</c:v>
                  </c:pt>
                  <c:pt idx="93">
                    <c:v>Oct 2025</c:v>
                  </c:pt>
                  <c:pt idx="94">
                    <c:v>Nov 2025</c:v>
                  </c:pt>
                  <c:pt idx="95">
                    <c:v>Nov 2025</c:v>
                  </c:pt>
                  <c:pt idx="96">
                    <c:v>Nov 2025</c:v>
                  </c:pt>
                  <c:pt idx="97">
                    <c:v>Nov 2025</c:v>
                  </c:pt>
                  <c:pt idx="98">
                    <c:v>Nov 2025</c:v>
                  </c:pt>
                  <c:pt idx="99">
                    <c:v>Nov 2025</c:v>
                  </c:pt>
                  <c:pt idx="100">
                    <c:v>Nov 2025</c:v>
                  </c:pt>
                  <c:pt idx="101">
                    <c:v>Nov 2025</c:v>
                  </c:pt>
                  <c:pt idx="102">
                    <c:v>Nov 2025</c:v>
                  </c:pt>
                  <c:pt idx="103">
                    <c:v>Nov 2025</c:v>
                  </c:pt>
                  <c:pt idx="104">
                    <c:v>Nov 2025</c:v>
                  </c:pt>
                  <c:pt idx="105">
                    <c:v>Nov 2025</c:v>
                  </c:pt>
                  <c:pt idx="106">
                    <c:v>Nov 2025</c:v>
                  </c:pt>
                  <c:pt idx="107">
                    <c:v>Nov 2025</c:v>
                  </c:pt>
                  <c:pt idx="108">
                    <c:v>Nov 2025</c:v>
                  </c:pt>
                  <c:pt idx="109">
                    <c:v>Nov 2025</c:v>
                  </c:pt>
                  <c:pt idx="110">
                    <c:v>Nov 2025</c:v>
                  </c:pt>
                  <c:pt idx="111">
                    <c:v>Nov 2025</c:v>
                  </c:pt>
                  <c:pt idx="112">
                    <c:v>Nov 2025</c:v>
                  </c:pt>
                  <c:pt idx="113">
                    <c:v>Nov 2025</c:v>
                  </c:pt>
                  <c:pt idx="114">
                    <c:v>Nov 2025</c:v>
                  </c:pt>
                  <c:pt idx="115">
                    <c:v>Nov 2025</c:v>
                  </c:pt>
                  <c:pt idx="116">
                    <c:v>Nov 2025</c:v>
                  </c:pt>
                  <c:pt idx="117">
                    <c:v>Nov 2025</c:v>
                  </c:pt>
                  <c:pt idx="118">
                    <c:v>Nov 2025</c:v>
                  </c:pt>
                  <c:pt idx="119">
                    <c:v>Nov 2025</c:v>
                  </c:pt>
                  <c:pt idx="120">
                    <c:v>Nov 2025</c:v>
                  </c:pt>
                  <c:pt idx="121">
                    <c:v>Nov 2025</c:v>
                  </c:pt>
                  <c:pt idx="122">
                    <c:v>Nov 2025</c:v>
                  </c:pt>
                  <c:pt idx="123">
                    <c:v>Nov 2025</c:v>
                  </c:pt>
                  <c:pt idx="124">
                    <c:v>Dec 2025</c:v>
                  </c:pt>
                  <c:pt idx="125">
                    <c:v>Dec 2025</c:v>
                  </c:pt>
                  <c:pt idx="126">
                    <c:v>Dec 2025</c:v>
                  </c:pt>
                  <c:pt idx="127">
                    <c:v>Dec 2025</c:v>
                  </c:pt>
                  <c:pt idx="128">
                    <c:v>Dec 2025</c:v>
                  </c:pt>
                  <c:pt idx="129">
                    <c:v>Dec 2025</c:v>
                  </c:pt>
                  <c:pt idx="130">
                    <c:v>Dec 2025</c:v>
                  </c:pt>
                  <c:pt idx="131">
                    <c:v>Dec 2025</c:v>
                  </c:pt>
                  <c:pt idx="132">
                    <c:v>Dec 2025</c:v>
                  </c:pt>
                  <c:pt idx="133">
                    <c:v>Dec 2025</c:v>
                  </c:pt>
                  <c:pt idx="134">
                    <c:v>Dec 2025</c:v>
                  </c:pt>
                  <c:pt idx="135">
                    <c:v>Dec 2025</c:v>
                  </c:pt>
                  <c:pt idx="136">
                    <c:v>Dec 2025</c:v>
                  </c:pt>
                  <c:pt idx="137">
                    <c:v>Dec 2025</c:v>
                  </c:pt>
                  <c:pt idx="138">
                    <c:v>Dec 2025</c:v>
                  </c:pt>
                  <c:pt idx="139">
                    <c:v>Dec 2025</c:v>
                  </c:pt>
                  <c:pt idx="140">
                    <c:v>Dec 2025</c:v>
                  </c:pt>
                  <c:pt idx="141">
                    <c:v>Dec 2025</c:v>
                  </c:pt>
                  <c:pt idx="142">
                    <c:v>Dec 2025</c:v>
                  </c:pt>
                  <c:pt idx="143">
                    <c:v>Dec 2025</c:v>
                  </c:pt>
                  <c:pt idx="144">
                    <c:v>Dec 2025</c:v>
                  </c:pt>
                  <c:pt idx="145">
                    <c:v>Dec 2025</c:v>
                  </c:pt>
                  <c:pt idx="146">
                    <c:v>Dec 2025</c:v>
                  </c:pt>
                  <c:pt idx="147">
                    <c:v>Dec 2025</c:v>
                  </c:pt>
                  <c:pt idx="148">
                    <c:v>Dec 2025</c:v>
                  </c:pt>
                  <c:pt idx="149">
                    <c:v>Dec 2025</c:v>
                  </c:pt>
                  <c:pt idx="150">
                    <c:v>Dec 2025</c:v>
                  </c:pt>
                  <c:pt idx="151">
                    <c:v>Dec 2025</c:v>
                  </c:pt>
                  <c:pt idx="152">
                    <c:v>Dec 2025</c:v>
                  </c:pt>
                  <c:pt idx="153">
                    <c:v>Dec 2025</c:v>
                  </c:pt>
                  <c:pt idx="154">
                    <c:v>Dec 2025</c:v>
                  </c:pt>
                  <c:pt idx="155">
                    <c:v>Jan 2026</c:v>
                  </c:pt>
                  <c:pt idx="156">
                    <c:v>Jan 2026</c:v>
                  </c:pt>
                  <c:pt idx="157">
                    <c:v>Jan 2026</c:v>
                  </c:pt>
                  <c:pt idx="158">
                    <c:v>Jan 2026</c:v>
                  </c:pt>
                  <c:pt idx="159">
                    <c:v>Jan 2026</c:v>
                  </c:pt>
                  <c:pt idx="160">
                    <c:v>Jan 2026</c:v>
                  </c:pt>
                  <c:pt idx="161">
                    <c:v>Jan 2026</c:v>
                  </c:pt>
                  <c:pt idx="162">
                    <c:v>Jan 2026</c:v>
                  </c:pt>
                  <c:pt idx="163">
                    <c:v>Jan 2026</c:v>
                  </c:pt>
                  <c:pt idx="164">
                    <c:v>Jan 2026</c:v>
                  </c:pt>
                  <c:pt idx="165">
                    <c:v>Jan 2026</c:v>
                  </c:pt>
                  <c:pt idx="166">
                    <c:v>Jan 2026</c:v>
                  </c:pt>
                  <c:pt idx="167">
                    <c:v>Jan 2026</c:v>
                  </c:pt>
                  <c:pt idx="168">
                    <c:v>Jan 2026</c:v>
                  </c:pt>
                  <c:pt idx="169">
                    <c:v>Jan 2026</c:v>
                  </c:pt>
                  <c:pt idx="170">
                    <c:v>Jan 2026</c:v>
                  </c:pt>
                  <c:pt idx="171">
                    <c:v>Jan 2026</c:v>
                  </c:pt>
                  <c:pt idx="172">
                    <c:v>Jan 2026</c:v>
                  </c:pt>
                  <c:pt idx="173">
                    <c:v>Jan 2026</c:v>
                  </c:pt>
                  <c:pt idx="174">
                    <c:v>Jan 2026</c:v>
                  </c:pt>
                  <c:pt idx="175">
                    <c:v>Jan 2026</c:v>
                  </c:pt>
                  <c:pt idx="176">
                    <c:v>Jan 2026</c:v>
                  </c:pt>
                  <c:pt idx="177">
                    <c:v>Jan 2026</c:v>
                  </c:pt>
                  <c:pt idx="178">
                    <c:v>Jan 2026</c:v>
                  </c:pt>
                  <c:pt idx="179">
                    <c:v>Jan 2026</c:v>
                  </c:pt>
                  <c:pt idx="180">
                    <c:v>Jan 2026</c:v>
                  </c:pt>
                  <c:pt idx="181">
                    <c:v>Jan 2026</c:v>
                  </c:pt>
                  <c:pt idx="182">
                    <c:v>Jan 2026</c:v>
                  </c:pt>
                  <c:pt idx="183">
                    <c:v>Jan 2026</c:v>
                  </c:pt>
                  <c:pt idx="184">
                    <c:v>Jan 2026</c:v>
                  </c:pt>
                  <c:pt idx="185">
                    <c:v>Jan 2026</c:v>
                  </c:pt>
                  <c:pt idx="186">
                    <c:v>Feb 2026</c:v>
                  </c:pt>
                  <c:pt idx="187">
                    <c:v>Feb 2026</c:v>
                  </c:pt>
                  <c:pt idx="188">
                    <c:v>Feb 2026</c:v>
                  </c:pt>
                  <c:pt idx="189">
                    <c:v>Feb 2026</c:v>
                  </c:pt>
                  <c:pt idx="190">
                    <c:v>Feb 2026</c:v>
                  </c:pt>
                  <c:pt idx="191">
                    <c:v>Feb 2026</c:v>
                  </c:pt>
                  <c:pt idx="192">
                    <c:v>Feb 2026</c:v>
                  </c:pt>
                  <c:pt idx="193">
                    <c:v>Feb 2026</c:v>
                  </c:pt>
                  <c:pt idx="194">
                    <c:v>Feb 2026</c:v>
                  </c:pt>
                  <c:pt idx="195">
                    <c:v>Feb 2026</c:v>
                  </c:pt>
                  <c:pt idx="196">
                    <c:v>Feb 2026</c:v>
                  </c:pt>
                  <c:pt idx="197">
                    <c:v>Feb 2026</c:v>
                  </c:pt>
                  <c:pt idx="198">
                    <c:v>Feb 2026</c:v>
                  </c:pt>
                  <c:pt idx="199">
                    <c:v>Feb 2026</c:v>
                  </c:pt>
                  <c:pt idx="200">
                    <c:v>Feb 2026</c:v>
                  </c:pt>
                  <c:pt idx="201">
                    <c:v>Feb 2026</c:v>
                  </c:pt>
                  <c:pt idx="202">
                    <c:v>Feb 2026</c:v>
                  </c:pt>
                  <c:pt idx="203">
                    <c:v>Feb 2026</c:v>
                  </c:pt>
                  <c:pt idx="204">
                    <c:v>Feb 2026</c:v>
                  </c:pt>
                  <c:pt idx="205">
                    <c:v>Feb 2026</c:v>
                  </c:pt>
                  <c:pt idx="206">
                    <c:v>Feb 2026</c:v>
                  </c:pt>
                  <c:pt idx="207">
                    <c:v>Feb 2026</c:v>
                  </c:pt>
                  <c:pt idx="208">
                    <c:v>Feb 2026</c:v>
                  </c:pt>
                  <c:pt idx="209">
                    <c:v>Feb 2026</c:v>
                  </c:pt>
                  <c:pt idx="210">
                    <c:v>Feb 2026</c:v>
                  </c:pt>
                  <c:pt idx="211">
                    <c:v>Feb 2026</c:v>
                  </c:pt>
                  <c:pt idx="212">
                    <c:v>Feb 2026</c:v>
                  </c:pt>
                  <c:pt idx="213">
                    <c:v>Feb 2026</c:v>
                  </c:pt>
                  <c:pt idx="214">
                    <c:v>Mar 2026</c:v>
                  </c:pt>
                  <c:pt idx="215">
                    <c:v>Mar 2026</c:v>
                  </c:pt>
                  <c:pt idx="216">
                    <c:v>Mar 2026</c:v>
                  </c:pt>
                  <c:pt idx="217">
                    <c:v>Mar 2026</c:v>
                  </c:pt>
                  <c:pt idx="218">
                    <c:v>Mar 2026</c:v>
                  </c:pt>
                  <c:pt idx="219">
                    <c:v>Mar 2026</c:v>
                  </c:pt>
                  <c:pt idx="220">
                    <c:v>Mar 2026</c:v>
                  </c:pt>
                  <c:pt idx="221">
                    <c:v>Mar 2026</c:v>
                  </c:pt>
                  <c:pt idx="222">
                    <c:v>Mar 2026</c:v>
                  </c:pt>
                  <c:pt idx="223">
                    <c:v>Mar 2026</c:v>
                  </c:pt>
                  <c:pt idx="224">
                    <c:v>Mar 2026</c:v>
                  </c:pt>
                  <c:pt idx="225">
                    <c:v>Mar 2026</c:v>
                  </c:pt>
                  <c:pt idx="226">
                    <c:v>Mar 2026</c:v>
                  </c:pt>
                  <c:pt idx="227">
                    <c:v>Mar 2026</c:v>
                  </c:pt>
                  <c:pt idx="228">
                    <c:v>Mar 2026</c:v>
                  </c:pt>
                  <c:pt idx="229">
                    <c:v>Mar 2026</c:v>
                  </c:pt>
                  <c:pt idx="230">
                    <c:v>Mar 2026</c:v>
                  </c:pt>
                  <c:pt idx="231">
                    <c:v>Mar 2026</c:v>
                  </c:pt>
                  <c:pt idx="232">
                    <c:v>Mar 2026</c:v>
                  </c:pt>
                  <c:pt idx="233">
                    <c:v>Mar 2026</c:v>
                  </c:pt>
                  <c:pt idx="234">
                    <c:v>Mar 2026</c:v>
                  </c:pt>
                  <c:pt idx="235">
                    <c:v>Mar 2026</c:v>
                  </c:pt>
                  <c:pt idx="236">
                    <c:v>Mar 2026</c:v>
                  </c:pt>
                  <c:pt idx="237">
                    <c:v>Mar 2026</c:v>
                  </c:pt>
                  <c:pt idx="238">
                    <c:v>Mar 2026</c:v>
                  </c:pt>
                  <c:pt idx="239">
                    <c:v>Mar 2026</c:v>
                  </c:pt>
                  <c:pt idx="240">
                    <c:v>Mar 2026</c:v>
                  </c:pt>
                  <c:pt idx="241">
                    <c:v>Mar 2026</c:v>
                  </c:pt>
                  <c:pt idx="242">
                    <c:v>Mar 2026</c:v>
                  </c:pt>
                  <c:pt idx="243">
                    <c:v>Mar 2026</c:v>
                  </c:pt>
                  <c:pt idx="244">
                    <c:v>Mar 2026</c:v>
                  </c:pt>
                  <c:pt idx="245">
                    <c:v>Apr 2026</c:v>
                  </c:pt>
                  <c:pt idx="246">
                    <c:v>Apr 2026</c:v>
                  </c:pt>
                  <c:pt idx="247">
                    <c:v>Apr 2026</c:v>
                  </c:pt>
                  <c:pt idx="248">
                    <c:v>Apr 2026</c:v>
                  </c:pt>
                  <c:pt idx="249">
                    <c:v>Apr 2026</c:v>
                  </c:pt>
                  <c:pt idx="250">
                    <c:v>Apr 2026</c:v>
                  </c:pt>
                  <c:pt idx="251">
                    <c:v>Apr 2026</c:v>
                  </c:pt>
                  <c:pt idx="252">
                    <c:v>Apr 2026</c:v>
                  </c:pt>
                  <c:pt idx="253">
                    <c:v>Apr 2026</c:v>
                  </c:pt>
                  <c:pt idx="254">
                    <c:v>Apr 2026</c:v>
                  </c:pt>
                  <c:pt idx="255">
                    <c:v>Apr 2026</c:v>
                  </c:pt>
                  <c:pt idx="256">
                    <c:v>Apr 2026</c:v>
                  </c:pt>
                  <c:pt idx="257">
                    <c:v>Apr 2026</c:v>
                  </c:pt>
                  <c:pt idx="258">
                    <c:v>Apr 2026</c:v>
                  </c:pt>
                  <c:pt idx="259">
                    <c:v>Apr 2026</c:v>
                  </c:pt>
                  <c:pt idx="260">
                    <c:v>Apr 2026</c:v>
                  </c:pt>
                  <c:pt idx="261">
                    <c:v>Apr 2026</c:v>
                  </c:pt>
                  <c:pt idx="262">
                    <c:v>Apr 2026</c:v>
                  </c:pt>
                  <c:pt idx="263">
                    <c:v>Apr 2026</c:v>
                  </c:pt>
                  <c:pt idx="264">
                    <c:v>Apr 2026</c:v>
                  </c:pt>
                  <c:pt idx="265">
                    <c:v>Apr 2026</c:v>
                  </c:pt>
                  <c:pt idx="266">
                    <c:v>Apr 2026</c:v>
                  </c:pt>
                  <c:pt idx="267">
                    <c:v>Apr 2026</c:v>
                  </c:pt>
                  <c:pt idx="268">
                    <c:v>Apr 2026</c:v>
                  </c:pt>
                  <c:pt idx="269">
                    <c:v>Apr 2026</c:v>
                  </c:pt>
                  <c:pt idx="270">
                    <c:v>Apr 2026</c:v>
                  </c:pt>
                  <c:pt idx="271">
                    <c:v>Apr 2026</c:v>
                  </c:pt>
                  <c:pt idx="272">
                    <c:v>Apr 2026</c:v>
                  </c:pt>
                  <c:pt idx="273">
                    <c:v>Apr 2026</c:v>
                  </c:pt>
                  <c:pt idx="274">
                    <c:v>Apr 2026</c:v>
                  </c:pt>
                  <c:pt idx="275">
                    <c:v>May 2026</c:v>
                  </c:pt>
                  <c:pt idx="276">
                    <c:v>May 2026</c:v>
                  </c:pt>
                  <c:pt idx="277">
                    <c:v>May 2026</c:v>
                  </c:pt>
                  <c:pt idx="278">
                    <c:v>May 2026</c:v>
                  </c:pt>
                  <c:pt idx="279">
                    <c:v>May 2026</c:v>
                  </c:pt>
                </c:lvl>
              </c:multiLvlStrCache>
            </c:multiLvlStrRef>
          </c:cat>
          <c:val>
            <c:numRef>
              <c:f>Sheet1!$D$2:$D$281</c:f>
              <c:numCache>
                <c:formatCode>General</c:formatCode>
                <c:ptCount val="280"/>
                <c:pt idx="0">
                  <c:v>1000</c:v>
                </c:pt>
                <c:pt idx="1">
                  <c:v>1003</c:v>
                </c:pt>
                <c:pt idx="2">
                  <c:v>1005.77</c:v>
                </c:pt>
                <c:pt idx="3">
                  <c:v>1008.65</c:v>
                </c:pt>
                <c:pt idx="4">
                  <c:v>1011.47</c:v>
                </c:pt>
                <c:pt idx="5">
                  <c:v>1014.34</c:v>
                </c:pt>
                <c:pt idx="6">
                  <c:v>1017.11</c:v>
                </c:pt>
                <c:pt idx="7">
                  <c:v>1019.59</c:v>
                </c:pt>
                <c:pt idx="8">
                  <c:v>1022.33</c:v>
                </c:pt>
                <c:pt idx="9">
                  <c:v>1024.99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28"/>
      </c:catAx>
      <c:valAx>
        <c:axId val="2094734552"/>
        <c:scaling>
          <c:orientation val="minMax"/>
          <c:min val="950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Monto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18872" y="1417320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6" name="Shape 4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2025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30" name="Text 28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1" name="Shape 29"/>
          <p:cNvSpPr/>
          <p:nvPr/>
        </p:nvSpPr>
        <p:spPr>
          <a:xfrm>
            <a:off x="118872" y="4224528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18872" y="4315968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118872" y="4498848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18872" y="4562856"/>
            <a:ext cx="221284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118872" y="5312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18872" y="5404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118872" y="5586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18872" y="5650992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ALTO MONTO, es la tasa de politica monetaria promedio del Banco Central de Chile.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118872" y="63093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18872" y="6400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18872" y="6583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18872" y="6647688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3" name="Text 41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2606040" y="2240280"/>
            <a:ext cx="48188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Alto Monto</a:t>
            </a:r>
            <a:endParaRPr lang="en-US" sz="750" dirty="0"/>
          </a:p>
        </p:txBody>
      </p:sp>
      <p:graphicFrame>
        <p:nvGraphicFramePr>
          <p:cNvPr id="47" name="Chart 0" descr=""/>
          <p:cNvGraphicFramePr/>
          <p:nvPr/>
        </p:nvGraphicFramePr>
        <p:xfrm>
          <a:off x="2606040" y="2414016"/>
          <a:ext cx="4818888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8" name="Text 45"/>
          <p:cNvSpPr/>
          <p:nvPr/>
        </p:nvSpPr>
        <p:spPr>
          <a:xfrm>
            <a:off x="2606040" y="4315968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9" name="Shape 46"/>
          <p:cNvSpPr/>
          <p:nvPr/>
        </p:nvSpPr>
        <p:spPr>
          <a:xfrm>
            <a:off x="2606040" y="457200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645152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7,50%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1" name="Text 47"/>
          <p:cNvSpPr/>
          <p:nvPr/>
        </p:nvSpPr>
        <p:spPr>
          <a:xfrm>
            <a:off x="2606040" y="5422392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2" name="Shape 48"/>
          <p:cNvSpPr/>
          <p:nvPr/>
        </p:nvSpPr>
        <p:spPr>
          <a:xfrm>
            <a:off x="2606040" y="5586984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650992"/>
          <a:ext cx="4818888" cy="914400"/>
        </p:xfrm>
        <a:graphic>
          <a:graphicData uri="http://schemas.openxmlformats.org/drawingml/2006/table">
            <a:tbl>
              <a:tblPr/>
              <a:tblGrid>
                <a:gridCol w="219456"/>
                <a:gridCol w="859536"/>
                <a:gridCol w="265176"/>
                <a:gridCol w="265176"/>
                <a:gridCol w="265176"/>
                <a:gridCol w="265176"/>
                <a:gridCol w="265176"/>
                <a:gridCol w="265176"/>
                <a:gridCol w="256032"/>
                <a:gridCol w="265176"/>
                <a:gridCol w="256032"/>
                <a:gridCol w="265176"/>
                <a:gridCol w="256032"/>
                <a:gridCol w="256032"/>
                <a:gridCol w="274320"/>
              </a:tblGrid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6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6666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801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ALTO MONTO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8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2.50%</a:t>
                      </a:r>
                      <a:endParaRPr lang="en-US" sz="58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0689336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4" name="Text 2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" y="181051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18872" y="190195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118872" y="208483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8872" y="2157984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FMX</a:t>
            </a:r>
            <a:endParaRPr lang="en-US" sz="700" dirty="0"/>
          </a:p>
        </p:txBody>
      </p:sp>
      <p:sp>
        <p:nvSpPr>
          <p:cNvPr id="12" name="Text 10"/>
          <p:cNvSpPr/>
          <p:nvPr/>
        </p:nvSpPr>
        <p:spPr>
          <a:xfrm>
            <a:off x="1490472" y="2157984"/>
            <a:ext cx="8412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118872" y="242316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" y="25146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118872" y="26974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18872" y="27706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1490472" y="2770632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63,16%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8872" y="2971800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490472" y="2971800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28,00%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8872" y="3172968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490472" y="3172968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8,84%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8872" y="3374136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490472" y="3374136"/>
            <a:ext cx="8412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7" name="Text 25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5" name="Shape 33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2026-05-15T17:58:27Z</dcterms:created>
  <dcterms:modified xsi:type="dcterms:W3CDTF">2026-05-15T17:58:27Z</dcterms:modified>
</cp:coreProperties>
</file>