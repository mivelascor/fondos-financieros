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101.96</c:v>
                </c:pt>
                <c:pt idx="4">
                  <c:v>102.62</c:v>
                </c:pt>
                <c:pt idx="5">
                  <c:v>103.34</c:v>
                </c:pt>
                <c:pt idx="6">
                  <c:v>104.01</c:v>
                </c:pt>
                <c:pt idx="7">
                  <c:v>104.63</c:v>
                </c:pt>
                <c:pt idx="8">
                  <c:v>105.28</c:v>
                </c:pt>
                <c:pt idx="9">
                  <c:v>105.92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2026-05-18T22:59:44Z</dcterms:created>
  <dcterms:modified xsi:type="dcterms:W3CDTF">2026-05-18T22:59:44Z</dcterms:modified>
</cp:coreProperties>
</file>