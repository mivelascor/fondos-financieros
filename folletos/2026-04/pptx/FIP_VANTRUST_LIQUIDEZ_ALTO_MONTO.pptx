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Alto Monto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1000.22</c:v>
                </c:pt>
                <c:pt idx="2">
                  <c:v>1000.41</c:v>
                </c:pt>
                <c:pt idx="3">
                  <c:v>1000.63</c:v>
                </c:pt>
                <c:pt idx="4">
                  <c:v>1000.84</c:v>
                </c:pt>
                <c:pt idx="5">
                  <c:v>1001.04</c:v>
                </c:pt>
                <c:pt idx="6">
                  <c:v>1001.25</c:v>
                </c:pt>
                <c:pt idx="7">
                  <c:v>1001.46</c:v>
                </c:pt>
                <c:pt idx="8">
                  <c:v>1001.68</c:v>
                </c:pt>
                <c:pt idx="9">
                  <c:v>1001.9</c:v>
                </c:pt>
                <c:pt idx="10">
                  <c:v>1002.12</c:v>
                </c:pt>
                <c:pt idx="11">
                  <c:v>1002.33</c:v>
                </c:pt>
                <c:pt idx="12">
                  <c:v>1002.55</c:v>
                </c:pt>
                <c:pt idx="13">
                  <c:v>1002.77</c:v>
                </c:pt>
                <c:pt idx="14">
                  <c:v>1002.98</c:v>
                </c:pt>
                <c:pt idx="15">
                  <c:v>1003.2</c:v>
                </c:pt>
                <c:pt idx="16">
                  <c:v>1003.42</c:v>
                </c:pt>
                <c:pt idx="17">
                  <c:v>1003.64</c:v>
                </c:pt>
                <c:pt idx="18">
                  <c:v>1003.86</c:v>
                </c:pt>
                <c:pt idx="19">
                  <c:v>1004.05</c:v>
                </c:pt>
                <c:pt idx="20">
                  <c:v>1004.26</c:v>
                </c:pt>
                <c:pt idx="21">
                  <c:v>1004.48</c:v>
                </c:pt>
                <c:pt idx="22">
                  <c:v>1004.7</c:v>
                </c:pt>
                <c:pt idx="23">
                  <c:v>1004.91</c:v>
                </c:pt>
                <c:pt idx="24">
                  <c:v>1005.12</c:v>
                </c:pt>
                <c:pt idx="25">
                  <c:v>1005.34</c:v>
                </c:pt>
                <c:pt idx="26">
                  <c:v>1005.55</c:v>
                </c:pt>
                <c:pt idx="27">
                  <c:v>1005.76</c:v>
                </c:pt>
                <c:pt idx="28">
                  <c:v>1005.97</c:v>
                </c:pt>
                <c:pt idx="29">
                  <c:v>1006.18</c:v>
                </c:pt>
                <c:pt idx="30">
                  <c:v>1006.4</c:v>
                </c:pt>
                <c:pt idx="31">
                  <c:v>1006.61</c:v>
                </c:pt>
                <c:pt idx="32">
                  <c:v>1006.82</c:v>
                </c:pt>
                <c:pt idx="33">
                  <c:v>1007.03</c:v>
                </c:pt>
                <c:pt idx="34">
                  <c:v>1007.25</c:v>
                </c:pt>
                <c:pt idx="35">
                  <c:v>1007.46</c:v>
                </c:pt>
                <c:pt idx="36">
                  <c:v>1007.67</c:v>
                </c:pt>
                <c:pt idx="37">
                  <c:v>1007.89</c:v>
                </c:pt>
                <c:pt idx="38">
                  <c:v>1008.1</c:v>
                </c:pt>
                <c:pt idx="39">
                  <c:v>1008.31</c:v>
                </c:pt>
                <c:pt idx="40">
                  <c:v>1008.53</c:v>
                </c:pt>
                <c:pt idx="41">
                  <c:v>1008.74</c:v>
                </c:pt>
                <c:pt idx="42">
                  <c:v>1008.95</c:v>
                </c:pt>
                <c:pt idx="43">
                  <c:v>1009.12</c:v>
                </c:pt>
                <c:pt idx="44">
                  <c:v>1009.32</c:v>
                </c:pt>
                <c:pt idx="45">
                  <c:v>1009.52</c:v>
                </c:pt>
                <c:pt idx="46">
                  <c:v>1009.72</c:v>
                </c:pt>
                <c:pt idx="47">
                  <c:v>1009.93</c:v>
                </c:pt>
                <c:pt idx="48">
                  <c:v>1010.12</c:v>
                </c:pt>
                <c:pt idx="49">
                  <c:v>1010.32</c:v>
                </c:pt>
                <c:pt idx="50">
                  <c:v>1010.53</c:v>
                </c:pt>
                <c:pt idx="51">
                  <c:v>1010.74</c:v>
                </c:pt>
                <c:pt idx="52">
                  <c:v>1010.95</c:v>
                </c:pt>
                <c:pt idx="53">
                  <c:v>1011.16</c:v>
                </c:pt>
                <c:pt idx="54">
                  <c:v>1011.37</c:v>
                </c:pt>
                <c:pt idx="55">
                  <c:v>1011.58</c:v>
                </c:pt>
                <c:pt idx="56">
                  <c:v>1011.79</c:v>
                </c:pt>
                <c:pt idx="57">
                  <c:v>1012</c:v>
                </c:pt>
                <c:pt idx="58">
                  <c:v>1012.23</c:v>
                </c:pt>
                <c:pt idx="59">
                  <c:v>1012.44</c:v>
                </c:pt>
                <c:pt idx="60">
                  <c:v>1012.66</c:v>
                </c:pt>
                <c:pt idx="61">
                  <c:v>1012.87</c:v>
                </c:pt>
                <c:pt idx="62">
                  <c:v>1013.09</c:v>
                </c:pt>
                <c:pt idx="63">
                  <c:v>1013.3</c:v>
                </c:pt>
                <c:pt idx="64">
                  <c:v>1013.51</c:v>
                </c:pt>
                <c:pt idx="65">
                  <c:v>1013.74</c:v>
                </c:pt>
                <c:pt idx="66">
                  <c:v>1013.97</c:v>
                </c:pt>
                <c:pt idx="67">
                  <c:v>1014.19</c:v>
                </c:pt>
                <c:pt idx="68">
                  <c:v>1014.43</c:v>
                </c:pt>
                <c:pt idx="69">
                  <c:v>1014.65</c:v>
                </c:pt>
                <c:pt idx="70">
                  <c:v>1014.88</c:v>
                </c:pt>
                <c:pt idx="71">
                  <c:v>1015.1</c:v>
                </c:pt>
                <c:pt idx="72">
                  <c:v>1015.31</c:v>
                </c:pt>
                <c:pt idx="73">
                  <c:v>1015.52</c:v>
                </c:pt>
                <c:pt idx="74">
                  <c:v>1015.71</c:v>
                </c:pt>
                <c:pt idx="75">
                  <c:v>1015.92</c:v>
                </c:pt>
                <c:pt idx="76">
                  <c:v>1016.13</c:v>
                </c:pt>
                <c:pt idx="77">
                  <c:v>1016.35</c:v>
                </c:pt>
                <c:pt idx="78">
                  <c:v>1016.57</c:v>
                </c:pt>
                <c:pt idx="79">
                  <c:v>1016.79</c:v>
                </c:pt>
                <c:pt idx="80">
                  <c:v>1017.02</c:v>
                </c:pt>
                <c:pt idx="81">
                  <c:v>1017.24</c:v>
                </c:pt>
                <c:pt idx="82">
                  <c:v>1017.46</c:v>
                </c:pt>
                <c:pt idx="83">
                  <c:v>1017.68</c:v>
                </c:pt>
                <c:pt idx="84">
                  <c:v>1017.9</c:v>
                </c:pt>
                <c:pt idx="85">
                  <c:v>1018.12</c:v>
                </c:pt>
                <c:pt idx="86">
                  <c:v>1018.34</c:v>
                </c:pt>
                <c:pt idx="87">
                  <c:v>1018.56</c:v>
                </c:pt>
                <c:pt idx="88">
                  <c:v>1018.78</c:v>
                </c:pt>
                <c:pt idx="89">
                  <c:v>1019</c:v>
                </c:pt>
                <c:pt idx="90">
                  <c:v>1019.21</c:v>
                </c:pt>
                <c:pt idx="91">
                  <c:v>1019.43</c:v>
                </c:pt>
                <c:pt idx="92">
                  <c:v>1019.65</c:v>
                </c:pt>
                <c:pt idx="93">
                  <c:v>1019.86</c:v>
                </c:pt>
                <c:pt idx="94">
                  <c:v>1020.08</c:v>
                </c:pt>
                <c:pt idx="95">
                  <c:v>1020.3</c:v>
                </c:pt>
                <c:pt idx="96">
                  <c:v>1020.52</c:v>
                </c:pt>
                <c:pt idx="97">
                  <c:v>1020.74</c:v>
                </c:pt>
                <c:pt idx="98">
                  <c:v>1020.94</c:v>
                </c:pt>
                <c:pt idx="99">
                  <c:v>1021.16</c:v>
                </c:pt>
                <c:pt idx="100">
                  <c:v>1021.38</c:v>
                </c:pt>
                <c:pt idx="101">
                  <c:v>1021.6</c:v>
                </c:pt>
                <c:pt idx="102">
                  <c:v>1021.82</c:v>
                </c:pt>
                <c:pt idx="103">
                  <c:v>1022.04</c:v>
                </c:pt>
                <c:pt idx="104">
                  <c:v>1022.26</c:v>
                </c:pt>
                <c:pt idx="105">
                  <c:v>1022.49</c:v>
                </c:pt>
                <c:pt idx="106">
                  <c:v>1022.71</c:v>
                </c:pt>
                <c:pt idx="107">
                  <c:v>1022.94</c:v>
                </c:pt>
                <c:pt idx="108">
                  <c:v>1023.16</c:v>
                </c:pt>
                <c:pt idx="109">
                  <c:v>1023.38</c:v>
                </c:pt>
                <c:pt idx="110">
                  <c:v>1023.6</c:v>
                </c:pt>
                <c:pt idx="111">
                  <c:v>1023.82</c:v>
                </c:pt>
                <c:pt idx="112">
                  <c:v>1024.06</c:v>
                </c:pt>
                <c:pt idx="113">
                  <c:v>1024.29</c:v>
                </c:pt>
                <c:pt idx="114">
                  <c:v>1024.52</c:v>
                </c:pt>
                <c:pt idx="115">
                  <c:v>1024.74</c:v>
                </c:pt>
                <c:pt idx="116">
                  <c:v>1024.97</c:v>
                </c:pt>
                <c:pt idx="117">
                  <c:v>1025.17</c:v>
                </c:pt>
                <c:pt idx="118">
                  <c:v>1025.39</c:v>
                </c:pt>
                <c:pt idx="119">
                  <c:v>1025.62</c:v>
                </c:pt>
                <c:pt idx="120">
                  <c:v>1025.81</c:v>
                </c:pt>
                <c:pt idx="121">
                  <c:v>1026.01</c:v>
                </c:pt>
                <c:pt idx="122">
                  <c:v>1026.22</c:v>
                </c:pt>
                <c:pt idx="123">
                  <c:v>1026.44</c:v>
                </c:pt>
                <c:pt idx="124">
                  <c:v>1026.65</c:v>
                </c:pt>
                <c:pt idx="125">
                  <c:v>1026.87</c:v>
                </c:pt>
                <c:pt idx="126">
                  <c:v>1027.07</c:v>
                </c:pt>
                <c:pt idx="127">
                  <c:v>1027.28</c:v>
                </c:pt>
                <c:pt idx="128">
                  <c:v>1027.49</c:v>
                </c:pt>
                <c:pt idx="129">
                  <c:v>1027.7</c:v>
                </c:pt>
                <c:pt idx="130">
                  <c:v>1027.92</c:v>
                </c:pt>
                <c:pt idx="131">
                  <c:v>1028.14</c:v>
                </c:pt>
                <c:pt idx="132">
                  <c:v>1028.36</c:v>
                </c:pt>
                <c:pt idx="133">
                  <c:v>1028.56</c:v>
                </c:pt>
                <c:pt idx="134">
                  <c:v>1028.78</c:v>
                </c:pt>
                <c:pt idx="135">
                  <c:v>1029</c:v>
                </c:pt>
                <c:pt idx="136">
                  <c:v>1029.22</c:v>
                </c:pt>
                <c:pt idx="137">
                  <c:v>1029.44</c:v>
                </c:pt>
                <c:pt idx="138">
                  <c:v>1029.66</c:v>
                </c:pt>
                <c:pt idx="139">
                  <c:v>1029.88</c:v>
                </c:pt>
                <c:pt idx="140">
                  <c:v>1030.1</c:v>
                </c:pt>
                <c:pt idx="141">
                  <c:v>1030.34</c:v>
                </c:pt>
                <c:pt idx="142">
                  <c:v>1030.57</c:v>
                </c:pt>
                <c:pt idx="143">
                  <c:v>1030.8</c:v>
                </c:pt>
                <c:pt idx="144">
                  <c:v>1031.03</c:v>
                </c:pt>
                <c:pt idx="145">
                  <c:v>1031.22</c:v>
                </c:pt>
                <c:pt idx="146">
                  <c:v>1031.46</c:v>
                </c:pt>
                <c:pt idx="147">
                  <c:v>1031.7</c:v>
                </c:pt>
                <c:pt idx="148">
                  <c:v>1031.93</c:v>
                </c:pt>
                <c:pt idx="149">
                  <c:v>1032.17</c:v>
                </c:pt>
                <c:pt idx="150">
                  <c:v>1032.4</c:v>
                </c:pt>
                <c:pt idx="151">
                  <c:v>1032.64</c:v>
                </c:pt>
                <c:pt idx="152">
                  <c:v>1032.87</c:v>
                </c:pt>
                <c:pt idx="153">
                  <c:v>1033.11</c:v>
                </c:pt>
                <c:pt idx="154">
                  <c:v>1033.34</c:v>
                </c:pt>
                <c:pt idx="155">
                  <c:v>1033.58</c:v>
                </c:pt>
                <c:pt idx="156">
                  <c:v>1033.82</c:v>
                </c:pt>
                <c:pt idx="157">
                  <c:v>1034.05</c:v>
                </c:pt>
                <c:pt idx="158">
                  <c:v>1034.29</c:v>
                </c:pt>
                <c:pt idx="159">
                  <c:v>1034.51</c:v>
                </c:pt>
                <c:pt idx="160">
                  <c:v>1034.74</c:v>
                </c:pt>
                <c:pt idx="161">
                  <c:v>1034.97</c:v>
                </c:pt>
                <c:pt idx="162">
                  <c:v>1035.21</c:v>
                </c:pt>
                <c:pt idx="163">
                  <c:v>1035.43</c:v>
                </c:pt>
                <c:pt idx="164">
                  <c:v>1035.65</c:v>
                </c:pt>
                <c:pt idx="165">
                  <c:v>1035.87</c:v>
                </c:pt>
                <c:pt idx="166">
                  <c:v>1036.1</c:v>
                </c:pt>
                <c:pt idx="167">
                  <c:v>1036.29</c:v>
                </c:pt>
                <c:pt idx="168">
                  <c:v>1036.52</c:v>
                </c:pt>
                <c:pt idx="169">
                  <c:v>1036.74</c:v>
                </c:pt>
                <c:pt idx="170">
                  <c:v>1036.97</c:v>
                </c:pt>
                <c:pt idx="171">
                  <c:v>1037.2</c:v>
                </c:pt>
                <c:pt idx="172">
                  <c:v>1037.42</c:v>
                </c:pt>
                <c:pt idx="173">
                  <c:v>1037.65</c:v>
                </c:pt>
                <c:pt idx="174">
                  <c:v>1037.87</c:v>
                </c:pt>
                <c:pt idx="175">
                  <c:v>1038.1</c:v>
                </c:pt>
                <c:pt idx="176">
                  <c:v>1038.31</c:v>
                </c:pt>
                <c:pt idx="177">
                  <c:v>1038.52</c:v>
                </c:pt>
                <c:pt idx="178">
                  <c:v>1038.75</c:v>
                </c:pt>
                <c:pt idx="179">
                  <c:v>1038.97</c:v>
                </c:pt>
                <c:pt idx="180">
                  <c:v>1039.18</c:v>
                </c:pt>
                <c:pt idx="181">
                  <c:v>1039.38</c:v>
                </c:pt>
                <c:pt idx="182">
                  <c:v>1039.6</c:v>
                </c:pt>
                <c:pt idx="183">
                  <c:v>1039.83</c:v>
                </c:pt>
                <c:pt idx="184">
                  <c:v>1040.05</c:v>
                </c:pt>
                <c:pt idx="185">
                  <c:v>1040.28</c:v>
                </c:pt>
                <c:pt idx="186">
                  <c:v>1040.5</c:v>
                </c:pt>
                <c:pt idx="187">
                  <c:v>1040.73</c:v>
                </c:pt>
                <c:pt idx="188">
                  <c:v>1040.95</c:v>
                </c:pt>
                <c:pt idx="189">
                  <c:v>1041.17</c:v>
                </c:pt>
                <c:pt idx="190">
                  <c:v>1041.38</c:v>
                </c:pt>
                <c:pt idx="191">
                  <c:v>1041.6</c:v>
                </c:pt>
                <c:pt idx="192">
                  <c:v>1041.82</c:v>
                </c:pt>
                <c:pt idx="193">
                  <c:v>1042.04</c:v>
                </c:pt>
                <c:pt idx="194">
                  <c:v>1042.26</c:v>
                </c:pt>
                <c:pt idx="195">
                  <c:v>1042.48</c:v>
                </c:pt>
                <c:pt idx="196">
                  <c:v>1042.7</c:v>
                </c:pt>
                <c:pt idx="197">
                  <c:v>1042.93</c:v>
                </c:pt>
                <c:pt idx="198">
                  <c:v>1043.15</c:v>
                </c:pt>
                <c:pt idx="199">
                  <c:v>1043.38</c:v>
                </c:pt>
                <c:pt idx="200">
                  <c:v>1043.61</c:v>
                </c:pt>
                <c:pt idx="201">
                  <c:v>1043.83</c:v>
                </c:pt>
                <c:pt idx="202">
                  <c:v>1044.06</c:v>
                </c:pt>
                <c:pt idx="203">
                  <c:v>1044.28</c:v>
                </c:pt>
                <c:pt idx="204">
                  <c:v>1044.51</c:v>
                </c:pt>
                <c:pt idx="205">
                  <c:v>1044.74</c:v>
                </c:pt>
                <c:pt idx="206">
                  <c:v>1044.97</c:v>
                </c:pt>
                <c:pt idx="207">
                  <c:v>1045.19</c:v>
                </c:pt>
                <c:pt idx="208">
                  <c:v>1045.42</c:v>
                </c:pt>
                <c:pt idx="209">
                  <c:v>1045.65</c:v>
                </c:pt>
                <c:pt idx="210">
                  <c:v>1045.87</c:v>
                </c:pt>
                <c:pt idx="211">
                  <c:v>1046.07</c:v>
                </c:pt>
                <c:pt idx="212">
                  <c:v>1046.29</c:v>
                </c:pt>
                <c:pt idx="213">
                  <c:v>1046.51</c:v>
                </c:pt>
                <c:pt idx="214">
                  <c:v>1046.73</c:v>
                </c:pt>
                <c:pt idx="215">
                  <c:v>1046.95</c:v>
                </c:pt>
                <c:pt idx="216">
                  <c:v>1047.17</c:v>
                </c:pt>
                <c:pt idx="217">
                  <c:v>1047.39</c:v>
                </c:pt>
                <c:pt idx="218">
                  <c:v>1047.62</c:v>
                </c:pt>
                <c:pt idx="219">
                  <c:v>1047.83</c:v>
                </c:pt>
                <c:pt idx="220">
                  <c:v>1048.04</c:v>
                </c:pt>
                <c:pt idx="221">
                  <c:v>1048.25</c:v>
                </c:pt>
                <c:pt idx="222">
                  <c:v>1048.46</c:v>
                </c:pt>
                <c:pt idx="223">
                  <c:v>1048.67</c:v>
                </c:pt>
                <c:pt idx="224">
                  <c:v>1048.88</c:v>
                </c:pt>
                <c:pt idx="225">
                  <c:v>1049.09</c:v>
                </c:pt>
                <c:pt idx="226">
                  <c:v>1049.3</c:v>
                </c:pt>
                <c:pt idx="227">
                  <c:v>1049.51</c:v>
                </c:pt>
                <c:pt idx="228">
                  <c:v>1049.72</c:v>
                </c:pt>
                <c:pt idx="229">
                  <c:v>1049.92</c:v>
                </c:pt>
                <c:pt idx="230">
                  <c:v>1050.11</c:v>
                </c:pt>
                <c:pt idx="231">
                  <c:v>1050.32</c:v>
                </c:pt>
                <c:pt idx="232">
                  <c:v>1050.52</c:v>
                </c:pt>
                <c:pt idx="233">
                  <c:v>1050.74</c:v>
                </c:pt>
                <c:pt idx="234">
                  <c:v>1050.94</c:v>
                </c:pt>
                <c:pt idx="235">
                  <c:v>1051.15</c:v>
                </c:pt>
                <c:pt idx="236">
                  <c:v>1051.36</c:v>
                </c:pt>
                <c:pt idx="237">
                  <c:v>1051.57</c:v>
                </c:pt>
                <c:pt idx="238">
                  <c:v>1051.78</c:v>
                </c:pt>
                <c:pt idx="239">
                  <c:v>1051.99</c:v>
                </c:pt>
                <c:pt idx="240">
                  <c:v>1052.2</c:v>
                </c:pt>
                <c:pt idx="241">
                  <c:v>1052.42</c:v>
                </c:pt>
                <c:pt idx="242">
                  <c:v>1052.63</c:v>
                </c:pt>
                <c:pt idx="243">
                  <c:v>1052.84</c:v>
                </c:pt>
                <c:pt idx="244">
                  <c:v>1053.05</c:v>
                </c:pt>
                <c:pt idx="245">
                  <c:v>1053.25</c:v>
                </c:pt>
                <c:pt idx="246">
                  <c:v>1053.46</c:v>
                </c:pt>
                <c:pt idx="247">
                  <c:v>1053.67</c:v>
                </c:pt>
                <c:pt idx="248">
                  <c:v>1053.88</c:v>
                </c:pt>
                <c:pt idx="249">
                  <c:v>1054.09</c:v>
                </c:pt>
                <c:pt idx="250">
                  <c:v>1054.31</c:v>
                </c:pt>
                <c:pt idx="251">
                  <c:v>1054.53</c:v>
                </c:pt>
                <c:pt idx="252">
                  <c:v>1054.74</c:v>
                </c:pt>
                <c:pt idx="253">
                  <c:v>1054.96</c:v>
                </c:pt>
                <c:pt idx="254">
                  <c:v>1055.18</c:v>
                </c:pt>
                <c:pt idx="255">
                  <c:v>1055.4</c:v>
                </c:pt>
                <c:pt idx="256">
                  <c:v>1055.62</c:v>
                </c:pt>
                <c:pt idx="257">
                  <c:v>1055.83</c:v>
                </c:pt>
                <c:pt idx="258">
                  <c:v>1056.05</c:v>
                </c:pt>
                <c:pt idx="259">
                  <c:v>1056.26</c:v>
                </c:pt>
                <c:pt idx="260">
                  <c:v>1056.47</c:v>
                </c:pt>
                <c:pt idx="261">
                  <c:v>1056.67</c:v>
                </c:pt>
                <c:pt idx="262">
                  <c:v>1056.88</c:v>
                </c:pt>
                <c:pt idx="263">
                  <c:v>1057.09</c:v>
                </c:pt>
                <c:pt idx="264">
                  <c:v>1057.3</c:v>
                </c:pt>
                <c:pt idx="265">
                  <c:v>1057.52</c:v>
                </c:pt>
                <c:pt idx="266">
                  <c:v>1057.73</c:v>
                </c:pt>
                <c:pt idx="267">
                  <c:v>1057.94</c:v>
                </c:pt>
                <c:pt idx="268">
                  <c:v>1058.15</c:v>
                </c:pt>
                <c:pt idx="269">
                  <c:v>1058.36</c:v>
                </c:pt>
                <c:pt idx="270">
                  <c:v>1058.57</c:v>
                </c:pt>
                <c:pt idx="271">
                  <c:v>1058.78</c:v>
                </c:pt>
                <c:pt idx="272">
                  <c:v>1058.99</c:v>
                </c:pt>
                <c:pt idx="273">
                  <c:v>1059.21</c:v>
                </c:pt>
                <c:pt idx="274">
                  <c:v>1059.42</c:v>
                </c:pt>
                <c:pt idx="275">
                  <c:v>1059.63</c:v>
                </c:pt>
                <c:pt idx="276">
                  <c:v>1059.84</c:v>
                </c:pt>
                <c:pt idx="277">
                  <c:v>1060.06</c:v>
                </c:pt>
                <c:pt idx="278">
                  <c:v>1060.26</c:v>
                </c:pt>
                <c:pt idx="279">
                  <c:v>1060.48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Alto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ALTO MONTO,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Alto Monto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MONTO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77,48%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" y="24505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90472" y="245059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18,65%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872" y="26426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0472" y="264261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" y="283464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90472" y="28346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8872" y="3026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" y="3118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8872" y="3300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32,61%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8872" y="356616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90472" y="356616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53,73%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8872" y="375818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90472" y="375818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13,66%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8872" y="395020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90472" y="395020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2026-05-16T00:08:48Z</dcterms:created>
  <dcterms:modified xsi:type="dcterms:W3CDTF">2026-05-16T00:08:48Z</dcterms:modified>
</cp:coreProperties>
</file>