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Feb 2025</c:v>
                  </c:pt>
                  <c:pt idx="1">
                    <c:v>Mar 2025</c:v>
                  </c:pt>
                  <c:pt idx="2">
                    <c:v>Apr 2025</c:v>
                  </c:pt>
                  <c:pt idx="3">
                    <c:v>May 2025</c:v>
                  </c:pt>
                  <c:pt idx="4">
                    <c:v>Jun 2025</c:v>
                  </c:pt>
                  <c:pt idx="5">
                    <c:v>Jul 2025</c:v>
                  </c:pt>
                  <c:pt idx="6">
                    <c:v>Aug 2025</c:v>
                  </c:pt>
                  <c:pt idx="7">
                    <c:v>Sep 2025</c:v>
                  </c:pt>
                  <c:pt idx="8">
                    <c:v>Oct 2025</c:v>
                  </c:pt>
                  <c:pt idx="9">
                    <c:v>Nov 2025</c:v>
                  </c:pt>
                  <c:pt idx="10">
                    <c:v>Dec 2025</c:v>
                  </c:pt>
                  <c:pt idx="11">
                    <c:v>Jan 2026</c:v>
                  </c:pt>
                  <c:pt idx="12">
                    <c:v>Feb 2026</c:v>
                  </c:pt>
                  <c:pt idx="13">
                    <c:v>Mar 2026</c:v>
                  </c:pt>
                  <c:pt idx="14">
                    <c:v>Apr 2026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100</c:v>
                </c:pt>
                <c:pt idx="1">
                  <c:v>100.43</c:v>
                </c:pt>
                <c:pt idx="2">
                  <c:v>100.85</c:v>
                </c:pt>
                <c:pt idx="3">
                  <c:v>101.27</c:v>
                </c:pt>
                <c:pt idx="4">
                  <c:v>101.71</c:v>
                </c:pt>
                <c:pt idx="5">
                  <c:v>102.15</c:v>
                </c:pt>
                <c:pt idx="6">
                  <c:v>102.54</c:v>
                </c:pt>
                <c:pt idx="7">
                  <c:v>102.97</c:v>
                </c:pt>
                <c:pt idx="8">
                  <c:v>103.38</c:v>
                </c:pt>
                <c:pt idx="9">
                  <c:v>103.78</c:v>
                </c:pt>
                <c:pt idx="10">
                  <c:v>104.21</c:v>
                </c:pt>
                <c:pt idx="11">
                  <c:v>104.61</c:v>
                </c:pt>
                <c:pt idx="12">
                  <c:v>104.99</c:v>
                </c:pt>
                <c:pt idx="13">
                  <c:v>105.4</c:v>
                </c:pt>
                <c:pt idx="14">
                  <c:v>105.79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Feb 2025</c:v>
                  </c:pt>
                  <c:pt idx="1">
                    <c:v>Mar 2025</c:v>
                  </c:pt>
                  <c:pt idx="2">
                    <c:v>Apr 2025</c:v>
                  </c:pt>
                  <c:pt idx="3">
                    <c:v>May 2025</c:v>
                  </c:pt>
                  <c:pt idx="4">
                    <c:v>Jun 2025</c:v>
                  </c:pt>
                  <c:pt idx="5">
                    <c:v>Jul 2025</c:v>
                  </c:pt>
                  <c:pt idx="6">
                    <c:v>Aug 2025</c:v>
                  </c:pt>
                  <c:pt idx="7">
                    <c:v>Sep 2025</c:v>
                  </c:pt>
                  <c:pt idx="8">
                    <c:v>Oct 2025</c:v>
                  </c:pt>
                  <c:pt idx="9">
                    <c:v>Nov 2025</c:v>
                  </c:pt>
                  <c:pt idx="10">
                    <c:v>Dec 2025</c:v>
                  </c:pt>
                  <c:pt idx="11">
                    <c:v>Jan 2026</c:v>
                  </c:pt>
                  <c:pt idx="12">
                    <c:v>Feb 2026</c:v>
                  </c:pt>
                  <c:pt idx="13">
                    <c:v>Mar 2026</c:v>
                  </c:pt>
                  <c:pt idx="14">
                    <c:v>Apr 2026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100</c:v>
                </c:pt>
                <c:pt idx="1">
                  <c:v>100.23</c:v>
                </c:pt>
                <c:pt idx="2">
                  <c:v>100.85</c:v>
                </c:pt>
                <c:pt idx="3">
                  <c:v>101.57</c:v>
                </c:pt>
                <c:pt idx="4">
                  <c:v>102.22</c:v>
                </c:pt>
                <c:pt idx="5">
                  <c:v>102.91</c:v>
                </c:pt>
                <c:pt idx="6">
                  <c:v>103.59</c:v>
                </c:pt>
                <c:pt idx="7">
                  <c:v>104.23</c:v>
                </c:pt>
                <c:pt idx="8">
                  <c:v>104.93</c:v>
                </c:pt>
                <c:pt idx="9">
                  <c:v>105.6</c:v>
                </c:pt>
                <c:pt idx="10">
                  <c:v>106.34</c:v>
                </c:pt>
                <c:pt idx="11">
                  <c:v>107.03</c:v>
                </c:pt>
                <c:pt idx="12">
                  <c:v>107.67</c:v>
                </c:pt>
                <c:pt idx="13">
                  <c:v>108.34</c:v>
                </c:pt>
                <c:pt idx="14">
                  <c:v>109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Feb 2025</c:v>
                  </c:pt>
                  <c:pt idx="1">
                    <c:v>Mar 2025</c:v>
                  </c:pt>
                  <c:pt idx="2">
                    <c:v>Apr 2025</c:v>
                  </c:pt>
                  <c:pt idx="3">
                    <c:v>May 2025</c:v>
                  </c:pt>
                  <c:pt idx="4">
                    <c:v>Jun 2025</c:v>
                  </c:pt>
                  <c:pt idx="5">
                    <c:v>Jul 2025</c:v>
                  </c:pt>
                  <c:pt idx="6">
                    <c:v>Aug 2025</c:v>
                  </c:pt>
                  <c:pt idx="7">
                    <c:v>Sep 2025</c:v>
                  </c:pt>
                  <c:pt idx="8">
                    <c:v>Oct 2025</c:v>
                  </c:pt>
                  <c:pt idx="9">
                    <c:v>Nov 2025</c:v>
                  </c:pt>
                  <c:pt idx="10">
                    <c:v>Dec 2025</c:v>
                  </c:pt>
                  <c:pt idx="11">
                    <c:v>Jan 2026</c:v>
                  </c:pt>
                  <c:pt idx="12">
                    <c:v>Feb 2026</c:v>
                  </c:pt>
                  <c:pt idx="13">
                    <c:v>Mar 2026</c:v>
                  </c:pt>
                  <c:pt idx="14">
                    <c:v>Apr 2026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100</c:v>
                </c:pt>
                <c:pt idx="1">
                  <c:v>100.31</c:v>
                </c:pt>
                <c:pt idx="2">
                  <c:v>100.6</c:v>
                </c:pt>
                <c:pt idx="3">
                  <c:v>100.92</c:v>
                </c:pt>
                <c:pt idx="4">
                  <c:v>101.22</c:v>
                </c:pt>
                <c:pt idx="5">
                  <c:v>101.52</c:v>
                </c:pt>
                <c:pt idx="6">
                  <c:v>101.82</c:v>
                </c:pt>
                <c:pt idx="7">
                  <c:v>102.1</c:v>
                </c:pt>
                <c:pt idx="8">
                  <c:v>102.4</c:v>
                </c:pt>
                <c:pt idx="9">
                  <c:v>102.68</c:v>
                </c:pt>
                <c:pt idx="10">
                  <c:v>102.97</c:v>
                </c:pt>
                <c:pt idx="11">
                  <c:v>103.25</c:v>
                </c:pt>
                <c:pt idx="12">
                  <c:v>103.51</c:v>
                </c:pt>
                <c:pt idx="13">
                  <c:v>103.78</c:v>
                </c:pt>
                <c:pt idx="14">
                  <c:v>104.05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77,414,857-4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0,25% anual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2026-05-19T12:06:48Z</dcterms:created>
  <dcterms:modified xsi:type="dcterms:W3CDTF">2026-05-19T12:06:48Z</dcterms:modified>
</cp:coreProperties>
</file>