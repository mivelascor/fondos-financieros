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</c:v>
                </c:pt>
                <c:pt idx="2">
                  <c:v>1012.87</c:v>
                </c:pt>
                <c:pt idx="3">
                  <c:v>1019.64</c:v>
                </c:pt>
                <c:pt idx="4">
                  <c:v>1026.22</c:v>
                </c:pt>
                <c:pt idx="5">
                  <c:v>1033.36</c:v>
                </c:pt>
                <c:pt idx="6">
                  <c:v>1040.05</c:v>
                </c:pt>
                <c:pt idx="7">
                  <c:v>1046.29</c:v>
                </c:pt>
                <c:pt idx="8">
                  <c:v>1052.82</c:v>
                </c:pt>
                <c:pt idx="9">
                  <c:v>1059.19</c:v>
                </c:pt>
                <c:pt idx="10">
                  <c:v>1060.25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77,414,857-4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0,25% anual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Monto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32,61%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53,73%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2026-05-18T12:53:43Z</dcterms:created>
  <dcterms:modified xsi:type="dcterms:W3CDTF">2026-05-18T12:53:43Z</dcterms:modified>
</cp:coreProperties>
</file>