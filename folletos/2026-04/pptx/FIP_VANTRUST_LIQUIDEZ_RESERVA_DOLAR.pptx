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LIQUIDEZ RESERVA DÓLAR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Jan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  <c:pt idx="15">
                    <c:v>Apr 2026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100</c:v>
                </c:pt>
                <c:pt idx="1">
                  <c:v>102.39</c:v>
                </c:pt>
                <c:pt idx="2">
                  <c:v>102.61</c:v>
                </c:pt>
                <c:pt idx="3">
                  <c:v>102.9</c:v>
                </c:pt>
                <c:pt idx="4">
                  <c:v>103.05</c:v>
                </c:pt>
                <c:pt idx="5">
                  <c:v>103.22</c:v>
                </c:pt>
                <c:pt idx="6">
                  <c:v>103.74</c:v>
                </c:pt>
                <c:pt idx="7">
                  <c:v>104.23</c:v>
                </c:pt>
                <c:pt idx="8">
                  <c:v>104.66</c:v>
                </c:pt>
                <c:pt idx="9">
                  <c:v>105.16</c:v>
                </c:pt>
                <c:pt idx="10">
                  <c:v>105.61</c:v>
                </c:pt>
                <c:pt idx="11">
                  <c:v>106.13</c:v>
                </c:pt>
                <c:pt idx="12">
                  <c:v>106.63</c:v>
                </c:pt>
                <c:pt idx="13">
                  <c:v>106.99</c:v>
                </c:pt>
                <c:pt idx="14">
                  <c:v>107.48</c:v>
                </c:pt>
                <c:pt idx="15">
                  <c:v>107.93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Jan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  <c:pt idx="15">
                    <c:v>Apr 2026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100</c:v>
                </c:pt>
                <c:pt idx="1">
                  <c:v>100.28</c:v>
                </c:pt>
                <c:pt idx="2">
                  <c:v>100.57</c:v>
                </c:pt>
                <c:pt idx="3">
                  <c:v>100.86</c:v>
                </c:pt>
                <c:pt idx="4">
                  <c:v>101.16</c:v>
                </c:pt>
                <c:pt idx="5">
                  <c:v>101.44</c:v>
                </c:pt>
                <c:pt idx="6">
                  <c:v>101.75</c:v>
                </c:pt>
                <c:pt idx="7">
                  <c:v>102.05</c:v>
                </c:pt>
                <c:pt idx="8">
                  <c:v>102.35</c:v>
                </c:pt>
                <c:pt idx="9">
                  <c:v>102.65</c:v>
                </c:pt>
                <c:pt idx="10">
                  <c:v>102.94</c:v>
                </c:pt>
                <c:pt idx="11">
                  <c:v>103.24</c:v>
                </c:pt>
                <c:pt idx="12">
                  <c:v>103.53</c:v>
                </c:pt>
                <c:pt idx="13">
                  <c:v>103.8</c:v>
                </c:pt>
                <c:pt idx="14">
                  <c:v>104.08</c:v>
                </c:pt>
                <c:pt idx="15">
                  <c:v>104.35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Reserva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76.637.335-6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Reserva Dolar,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Reserva Dolar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RESERVA DÓLAR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RESERVA DÓLAR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RESERVA DÓLAR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17,57%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61,08%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21,35%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2026-05-19T12:07:27Z</dcterms:created>
  <dcterms:modified xsi:type="dcterms:W3CDTF">2026-05-19T12:07:27Z</dcterms:modified>
</cp:coreProperties>
</file>