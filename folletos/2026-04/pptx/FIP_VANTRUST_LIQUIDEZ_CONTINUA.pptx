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Continua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1000.19</c:v>
                </c:pt>
                <c:pt idx="2">
                  <c:v>1000.36</c:v>
                </c:pt>
                <c:pt idx="3">
                  <c:v>1000.57</c:v>
                </c:pt>
                <c:pt idx="4">
                  <c:v>1000.77</c:v>
                </c:pt>
                <c:pt idx="5">
                  <c:v>1000.95</c:v>
                </c:pt>
                <c:pt idx="6">
                  <c:v>1001.11</c:v>
                </c:pt>
                <c:pt idx="7">
                  <c:v>1001.28</c:v>
                </c:pt>
                <c:pt idx="8">
                  <c:v>1001.45</c:v>
                </c:pt>
                <c:pt idx="9">
                  <c:v>1001.62</c:v>
                </c:pt>
                <c:pt idx="10">
                  <c:v>1001.82</c:v>
                </c:pt>
                <c:pt idx="11">
                  <c:v>1002.02</c:v>
                </c:pt>
                <c:pt idx="12">
                  <c:v>1002.19</c:v>
                </c:pt>
                <c:pt idx="13">
                  <c:v>1002.39</c:v>
                </c:pt>
                <c:pt idx="14">
                  <c:v>1002.6</c:v>
                </c:pt>
                <c:pt idx="15">
                  <c:v>1002.79</c:v>
                </c:pt>
                <c:pt idx="16">
                  <c:v>1002.99</c:v>
                </c:pt>
                <c:pt idx="17">
                  <c:v>1003.2</c:v>
                </c:pt>
                <c:pt idx="18">
                  <c:v>1003.4</c:v>
                </c:pt>
                <c:pt idx="19">
                  <c:v>1003.53</c:v>
                </c:pt>
                <c:pt idx="20">
                  <c:v>1003.7</c:v>
                </c:pt>
                <c:pt idx="21">
                  <c:v>1003.86</c:v>
                </c:pt>
                <c:pt idx="22">
                  <c:v>1004.02</c:v>
                </c:pt>
                <c:pt idx="23">
                  <c:v>1004.23</c:v>
                </c:pt>
                <c:pt idx="24">
                  <c:v>1004.43</c:v>
                </c:pt>
                <c:pt idx="25">
                  <c:v>1004.63</c:v>
                </c:pt>
                <c:pt idx="26">
                  <c:v>1004.78</c:v>
                </c:pt>
                <c:pt idx="27">
                  <c:v>1004.97</c:v>
                </c:pt>
                <c:pt idx="28">
                  <c:v>1005.14</c:v>
                </c:pt>
                <c:pt idx="29">
                  <c:v>1005.33</c:v>
                </c:pt>
                <c:pt idx="30">
                  <c:v>1005.5</c:v>
                </c:pt>
                <c:pt idx="31">
                  <c:v>1005.7</c:v>
                </c:pt>
                <c:pt idx="32">
                  <c:v>1005.9</c:v>
                </c:pt>
                <c:pt idx="33">
                  <c:v>1006.09</c:v>
                </c:pt>
                <c:pt idx="34">
                  <c:v>1006.26</c:v>
                </c:pt>
                <c:pt idx="35">
                  <c:v>1006.45</c:v>
                </c:pt>
                <c:pt idx="36">
                  <c:v>1006.62</c:v>
                </c:pt>
                <c:pt idx="37">
                  <c:v>1006.82</c:v>
                </c:pt>
                <c:pt idx="38">
                  <c:v>1007.01</c:v>
                </c:pt>
                <c:pt idx="39">
                  <c:v>1007.21</c:v>
                </c:pt>
                <c:pt idx="40">
                  <c:v>1007.38</c:v>
                </c:pt>
                <c:pt idx="41">
                  <c:v>1007.56</c:v>
                </c:pt>
                <c:pt idx="42">
                  <c:v>1007.74</c:v>
                </c:pt>
                <c:pt idx="43">
                  <c:v>1007.94</c:v>
                </c:pt>
                <c:pt idx="44">
                  <c:v>1008.15</c:v>
                </c:pt>
                <c:pt idx="45">
                  <c:v>1008.37</c:v>
                </c:pt>
                <c:pt idx="46">
                  <c:v>1008.59</c:v>
                </c:pt>
                <c:pt idx="47">
                  <c:v>1008.81</c:v>
                </c:pt>
                <c:pt idx="48">
                  <c:v>1009.01</c:v>
                </c:pt>
                <c:pt idx="49">
                  <c:v>1009.18</c:v>
                </c:pt>
                <c:pt idx="50">
                  <c:v>1009.39</c:v>
                </c:pt>
                <c:pt idx="51">
                  <c:v>1009.59</c:v>
                </c:pt>
                <c:pt idx="52">
                  <c:v>1009.79</c:v>
                </c:pt>
                <c:pt idx="53">
                  <c:v>1010</c:v>
                </c:pt>
                <c:pt idx="54">
                  <c:v>1010.17</c:v>
                </c:pt>
                <c:pt idx="55">
                  <c:v>1010.34</c:v>
                </c:pt>
                <c:pt idx="56">
                  <c:v>1010.55</c:v>
                </c:pt>
                <c:pt idx="57">
                  <c:v>1010.72</c:v>
                </c:pt>
                <c:pt idx="58">
                  <c:v>1010.93</c:v>
                </c:pt>
                <c:pt idx="59">
                  <c:v>1011.14</c:v>
                </c:pt>
                <c:pt idx="60">
                  <c:v>1011.35</c:v>
                </c:pt>
                <c:pt idx="61">
                  <c:v>1011.54</c:v>
                </c:pt>
                <c:pt idx="62">
                  <c:v>1011.75</c:v>
                </c:pt>
                <c:pt idx="63">
                  <c:v>1011.94</c:v>
                </c:pt>
                <c:pt idx="64">
                  <c:v>1012.12</c:v>
                </c:pt>
                <c:pt idx="65">
                  <c:v>1012.34</c:v>
                </c:pt>
                <c:pt idx="66">
                  <c:v>1012.56</c:v>
                </c:pt>
                <c:pt idx="67">
                  <c:v>1012.77</c:v>
                </c:pt>
                <c:pt idx="68">
                  <c:v>1012.96</c:v>
                </c:pt>
                <c:pt idx="69">
                  <c:v>1013.18</c:v>
                </c:pt>
                <c:pt idx="70">
                  <c:v>1013.39</c:v>
                </c:pt>
                <c:pt idx="71">
                  <c:v>1013.59</c:v>
                </c:pt>
                <c:pt idx="72">
                  <c:v>1013.8</c:v>
                </c:pt>
                <c:pt idx="73">
                  <c:v>1014.04</c:v>
                </c:pt>
                <c:pt idx="74">
                  <c:v>1014.27</c:v>
                </c:pt>
                <c:pt idx="75">
                  <c:v>1014.47</c:v>
                </c:pt>
                <c:pt idx="76">
                  <c:v>1014.71</c:v>
                </c:pt>
                <c:pt idx="77">
                  <c:v>1014.91</c:v>
                </c:pt>
                <c:pt idx="78">
                  <c:v>1015.12</c:v>
                </c:pt>
                <c:pt idx="79">
                  <c:v>1015.35</c:v>
                </c:pt>
                <c:pt idx="80">
                  <c:v>1015.58</c:v>
                </c:pt>
                <c:pt idx="81">
                  <c:v>1015.81</c:v>
                </c:pt>
                <c:pt idx="82">
                  <c:v>1016.01</c:v>
                </c:pt>
                <c:pt idx="83">
                  <c:v>1016.21</c:v>
                </c:pt>
                <c:pt idx="84">
                  <c:v>1016.41</c:v>
                </c:pt>
                <c:pt idx="85">
                  <c:v>1016.61</c:v>
                </c:pt>
                <c:pt idx="86">
                  <c:v>1016.83</c:v>
                </c:pt>
                <c:pt idx="87">
                  <c:v>1017.06</c:v>
                </c:pt>
                <c:pt idx="88">
                  <c:v>1017.29</c:v>
                </c:pt>
                <c:pt idx="89">
                  <c:v>1017.49</c:v>
                </c:pt>
                <c:pt idx="90">
                  <c:v>1017.68</c:v>
                </c:pt>
                <c:pt idx="91">
                  <c:v>1017.91</c:v>
                </c:pt>
                <c:pt idx="92">
                  <c:v>1018.14</c:v>
                </c:pt>
                <c:pt idx="93">
                  <c:v>1018.37</c:v>
                </c:pt>
                <c:pt idx="94">
                  <c:v>1018.6</c:v>
                </c:pt>
                <c:pt idx="95">
                  <c:v>1018.82</c:v>
                </c:pt>
                <c:pt idx="96">
                  <c:v>1019</c:v>
                </c:pt>
                <c:pt idx="97">
                  <c:v>1019.2</c:v>
                </c:pt>
                <c:pt idx="98">
                  <c:v>1019.4</c:v>
                </c:pt>
                <c:pt idx="99">
                  <c:v>1019.58</c:v>
                </c:pt>
                <c:pt idx="100">
                  <c:v>1019.78</c:v>
                </c:pt>
                <c:pt idx="101">
                  <c:v>1019.99</c:v>
                </c:pt>
                <c:pt idx="102">
                  <c:v>1020.19</c:v>
                </c:pt>
                <c:pt idx="103">
                  <c:v>1020.4</c:v>
                </c:pt>
                <c:pt idx="104">
                  <c:v>1020.57</c:v>
                </c:pt>
                <c:pt idx="105">
                  <c:v>1020.77</c:v>
                </c:pt>
                <c:pt idx="106">
                  <c:v>1020.95</c:v>
                </c:pt>
                <c:pt idx="107">
                  <c:v>1021.16</c:v>
                </c:pt>
                <c:pt idx="108">
                  <c:v>1021.37</c:v>
                </c:pt>
                <c:pt idx="109">
                  <c:v>1021.58</c:v>
                </c:pt>
                <c:pt idx="110">
                  <c:v>1021.84</c:v>
                </c:pt>
                <c:pt idx="111">
                  <c:v>1022.1</c:v>
                </c:pt>
                <c:pt idx="112">
                  <c:v>1022.36</c:v>
                </c:pt>
                <c:pt idx="113">
                  <c:v>1022.58</c:v>
                </c:pt>
                <c:pt idx="114">
                  <c:v>1022.76</c:v>
                </c:pt>
                <c:pt idx="115">
                  <c:v>1022.93</c:v>
                </c:pt>
                <c:pt idx="116">
                  <c:v>1023.15</c:v>
                </c:pt>
                <c:pt idx="117">
                  <c:v>1023.31</c:v>
                </c:pt>
                <c:pt idx="118">
                  <c:v>1023.5</c:v>
                </c:pt>
                <c:pt idx="119">
                  <c:v>1023.7</c:v>
                </c:pt>
                <c:pt idx="120">
                  <c:v>1023.89</c:v>
                </c:pt>
                <c:pt idx="121">
                  <c:v>1024.09</c:v>
                </c:pt>
                <c:pt idx="122">
                  <c:v>1024.33</c:v>
                </c:pt>
                <c:pt idx="123">
                  <c:v>1024.57</c:v>
                </c:pt>
                <c:pt idx="124">
                  <c:v>1024.77</c:v>
                </c:pt>
                <c:pt idx="125">
                  <c:v>1024.97</c:v>
                </c:pt>
                <c:pt idx="126">
                  <c:v>1025.17</c:v>
                </c:pt>
                <c:pt idx="127">
                  <c:v>1025.37</c:v>
                </c:pt>
                <c:pt idx="128">
                  <c:v>1025.55</c:v>
                </c:pt>
                <c:pt idx="129">
                  <c:v>1025.74</c:v>
                </c:pt>
                <c:pt idx="130">
                  <c:v>1025.93</c:v>
                </c:pt>
                <c:pt idx="131">
                  <c:v>1026.11</c:v>
                </c:pt>
                <c:pt idx="132">
                  <c:v>1026.34</c:v>
                </c:pt>
                <c:pt idx="133">
                  <c:v>1026.52</c:v>
                </c:pt>
                <c:pt idx="134">
                  <c:v>1026.74</c:v>
                </c:pt>
                <c:pt idx="135">
                  <c:v>1026.96</c:v>
                </c:pt>
                <c:pt idx="136">
                  <c:v>1027.18</c:v>
                </c:pt>
                <c:pt idx="137">
                  <c:v>1027.4</c:v>
                </c:pt>
                <c:pt idx="138">
                  <c:v>1027.38</c:v>
                </c:pt>
                <c:pt idx="139">
                  <c:v>1027.56</c:v>
                </c:pt>
                <c:pt idx="140">
                  <c:v>1027.75</c:v>
                </c:pt>
                <c:pt idx="141">
                  <c:v>1027.94</c:v>
                </c:pt>
                <c:pt idx="142">
                  <c:v>1028.1</c:v>
                </c:pt>
                <c:pt idx="143">
                  <c:v>1028.27</c:v>
                </c:pt>
                <c:pt idx="144">
                  <c:v>1028.44</c:v>
                </c:pt>
                <c:pt idx="145">
                  <c:v>1028.56</c:v>
                </c:pt>
                <c:pt idx="146">
                  <c:v>1028.73</c:v>
                </c:pt>
                <c:pt idx="147">
                  <c:v>1028.92</c:v>
                </c:pt>
                <c:pt idx="148">
                  <c:v>1029.12</c:v>
                </c:pt>
                <c:pt idx="149">
                  <c:v>1029.29</c:v>
                </c:pt>
                <c:pt idx="150">
                  <c:v>1029.5</c:v>
                </c:pt>
                <c:pt idx="151">
                  <c:v>1029.71</c:v>
                </c:pt>
                <c:pt idx="152">
                  <c:v>1029.88</c:v>
                </c:pt>
                <c:pt idx="153">
                  <c:v>1030.05</c:v>
                </c:pt>
                <c:pt idx="154">
                  <c:v>1030.24</c:v>
                </c:pt>
                <c:pt idx="155">
                  <c:v>1030.44</c:v>
                </c:pt>
                <c:pt idx="156">
                  <c:v>1030.65</c:v>
                </c:pt>
                <c:pt idx="157">
                  <c:v>1030.85</c:v>
                </c:pt>
                <c:pt idx="158">
                  <c:v>1031.05</c:v>
                </c:pt>
                <c:pt idx="159">
                  <c:v>1031.27</c:v>
                </c:pt>
                <c:pt idx="160">
                  <c:v>1031.47</c:v>
                </c:pt>
                <c:pt idx="161">
                  <c:v>1031.67</c:v>
                </c:pt>
                <c:pt idx="162">
                  <c:v>1031.81</c:v>
                </c:pt>
                <c:pt idx="163">
                  <c:v>1032</c:v>
                </c:pt>
                <c:pt idx="164">
                  <c:v>1032.2</c:v>
                </c:pt>
                <c:pt idx="165">
                  <c:v>1032.41</c:v>
                </c:pt>
                <c:pt idx="166">
                  <c:v>1032.59</c:v>
                </c:pt>
                <c:pt idx="167">
                  <c:v>1032.75</c:v>
                </c:pt>
                <c:pt idx="168">
                  <c:v>1032.94</c:v>
                </c:pt>
                <c:pt idx="169">
                  <c:v>1033.13</c:v>
                </c:pt>
                <c:pt idx="170">
                  <c:v>1033.32</c:v>
                </c:pt>
                <c:pt idx="171">
                  <c:v>1033.53</c:v>
                </c:pt>
                <c:pt idx="172">
                  <c:v>1033.73</c:v>
                </c:pt>
                <c:pt idx="173">
                  <c:v>1033.93</c:v>
                </c:pt>
                <c:pt idx="174">
                  <c:v>1034.18</c:v>
                </c:pt>
                <c:pt idx="175">
                  <c:v>1034.35</c:v>
                </c:pt>
                <c:pt idx="176">
                  <c:v>1034.54</c:v>
                </c:pt>
                <c:pt idx="177">
                  <c:v>1034.75</c:v>
                </c:pt>
                <c:pt idx="178">
                  <c:v>1034.95</c:v>
                </c:pt>
                <c:pt idx="179">
                  <c:v>1035.16</c:v>
                </c:pt>
                <c:pt idx="180">
                  <c:v>1035.18</c:v>
                </c:pt>
                <c:pt idx="181">
                  <c:v>1035.38</c:v>
                </c:pt>
                <c:pt idx="182">
                  <c:v>1035.59</c:v>
                </c:pt>
                <c:pt idx="183">
                  <c:v>1035.79</c:v>
                </c:pt>
                <c:pt idx="184">
                  <c:v>1035.99</c:v>
                </c:pt>
                <c:pt idx="185">
                  <c:v>1036.2</c:v>
                </c:pt>
                <c:pt idx="186">
                  <c:v>1036.41</c:v>
                </c:pt>
                <c:pt idx="187">
                  <c:v>1036.6</c:v>
                </c:pt>
                <c:pt idx="188">
                  <c:v>1036.81</c:v>
                </c:pt>
                <c:pt idx="189">
                  <c:v>1037.01</c:v>
                </c:pt>
                <c:pt idx="190">
                  <c:v>1037.21</c:v>
                </c:pt>
                <c:pt idx="191">
                  <c:v>1037.41</c:v>
                </c:pt>
                <c:pt idx="192">
                  <c:v>1037.62</c:v>
                </c:pt>
                <c:pt idx="193">
                  <c:v>1037.83</c:v>
                </c:pt>
                <c:pt idx="194">
                  <c:v>1038.03</c:v>
                </c:pt>
                <c:pt idx="195">
                  <c:v>1038.24</c:v>
                </c:pt>
                <c:pt idx="196">
                  <c:v>1038.48</c:v>
                </c:pt>
                <c:pt idx="197">
                  <c:v>1038.69</c:v>
                </c:pt>
                <c:pt idx="198">
                  <c:v>1038.89</c:v>
                </c:pt>
                <c:pt idx="199">
                  <c:v>1039.1</c:v>
                </c:pt>
                <c:pt idx="200">
                  <c:v>1039.31</c:v>
                </c:pt>
                <c:pt idx="201">
                  <c:v>1039.51</c:v>
                </c:pt>
                <c:pt idx="202">
                  <c:v>1039.71</c:v>
                </c:pt>
                <c:pt idx="203">
                  <c:v>1039.92</c:v>
                </c:pt>
                <c:pt idx="204">
                  <c:v>1040.13</c:v>
                </c:pt>
                <c:pt idx="205">
                  <c:v>1040.33</c:v>
                </c:pt>
                <c:pt idx="206">
                  <c:v>1040.54</c:v>
                </c:pt>
                <c:pt idx="207">
                  <c:v>1040.75</c:v>
                </c:pt>
                <c:pt idx="208">
                  <c:v>1040.95</c:v>
                </c:pt>
                <c:pt idx="209">
                  <c:v>1041.16</c:v>
                </c:pt>
                <c:pt idx="210">
                  <c:v>1041.36</c:v>
                </c:pt>
                <c:pt idx="211">
                  <c:v>1041.57</c:v>
                </c:pt>
                <c:pt idx="212">
                  <c:v>1041.77</c:v>
                </c:pt>
                <c:pt idx="213">
                  <c:v>1041.97</c:v>
                </c:pt>
                <c:pt idx="214">
                  <c:v>1042.18</c:v>
                </c:pt>
                <c:pt idx="215">
                  <c:v>1042.38</c:v>
                </c:pt>
                <c:pt idx="216">
                  <c:v>1042.59</c:v>
                </c:pt>
                <c:pt idx="217">
                  <c:v>1042.79</c:v>
                </c:pt>
                <c:pt idx="218">
                  <c:v>1042.99</c:v>
                </c:pt>
                <c:pt idx="219">
                  <c:v>1043.2</c:v>
                </c:pt>
                <c:pt idx="220">
                  <c:v>1043.4</c:v>
                </c:pt>
                <c:pt idx="221">
                  <c:v>1043.61</c:v>
                </c:pt>
                <c:pt idx="222">
                  <c:v>1043.81</c:v>
                </c:pt>
                <c:pt idx="223">
                  <c:v>1044.02</c:v>
                </c:pt>
                <c:pt idx="224">
                  <c:v>1044.22</c:v>
                </c:pt>
                <c:pt idx="225">
                  <c:v>1044.42</c:v>
                </c:pt>
                <c:pt idx="226">
                  <c:v>1044.62</c:v>
                </c:pt>
                <c:pt idx="227">
                  <c:v>1044.82</c:v>
                </c:pt>
                <c:pt idx="228">
                  <c:v>1045</c:v>
                </c:pt>
                <c:pt idx="229">
                  <c:v>1045.2</c:v>
                </c:pt>
                <c:pt idx="230">
                  <c:v>1045.41</c:v>
                </c:pt>
                <c:pt idx="231">
                  <c:v>1045.61</c:v>
                </c:pt>
                <c:pt idx="232">
                  <c:v>1045.81</c:v>
                </c:pt>
                <c:pt idx="233">
                  <c:v>1046.02</c:v>
                </c:pt>
                <c:pt idx="234">
                  <c:v>1046.23</c:v>
                </c:pt>
                <c:pt idx="235">
                  <c:v>1046.43</c:v>
                </c:pt>
                <c:pt idx="236">
                  <c:v>1046.64</c:v>
                </c:pt>
                <c:pt idx="237">
                  <c:v>1046.87</c:v>
                </c:pt>
                <c:pt idx="238">
                  <c:v>1046.99</c:v>
                </c:pt>
                <c:pt idx="239">
                  <c:v>1047.25</c:v>
                </c:pt>
                <c:pt idx="240">
                  <c:v>1047.45</c:v>
                </c:pt>
                <c:pt idx="241">
                  <c:v>1047.64</c:v>
                </c:pt>
                <c:pt idx="242">
                  <c:v>1047.83</c:v>
                </c:pt>
                <c:pt idx="243">
                  <c:v>1048.02</c:v>
                </c:pt>
                <c:pt idx="244">
                  <c:v>1048.21</c:v>
                </c:pt>
                <c:pt idx="245">
                  <c:v>1048.4</c:v>
                </c:pt>
                <c:pt idx="246">
                  <c:v>1048.57</c:v>
                </c:pt>
                <c:pt idx="247">
                  <c:v>1048.76</c:v>
                </c:pt>
                <c:pt idx="248">
                  <c:v>1048.96</c:v>
                </c:pt>
                <c:pt idx="249">
                  <c:v>1049.15</c:v>
                </c:pt>
                <c:pt idx="250">
                  <c:v>1049.34</c:v>
                </c:pt>
                <c:pt idx="251">
                  <c:v>1049.53</c:v>
                </c:pt>
                <c:pt idx="252">
                  <c:v>1049.72</c:v>
                </c:pt>
                <c:pt idx="253">
                  <c:v>1049.94</c:v>
                </c:pt>
                <c:pt idx="254">
                  <c:v>1050.15</c:v>
                </c:pt>
                <c:pt idx="255">
                  <c:v>1050.35</c:v>
                </c:pt>
                <c:pt idx="256">
                  <c:v>1050.55</c:v>
                </c:pt>
                <c:pt idx="257">
                  <c:v>1050.75</c:v>
                </c:pt>
                <c:pt idx="258">
                  <c:v>1050.94</c:v>
                </c:pt>
                <c:pt idx="259">
                  <c:v>1051.17</c:v>
                </c:pt>
                <c:pt idx="260">
                  <c:v>1051.36</c:v>
                </c:pt>
                <c:pt idx="261">
                  <c:v>1051.56</c:v>
                </c:pt>
                <c:pt idx="262">
                  <c:v>1051.75</c:v>
                </c:pt>
                <c:pt idx="263">
                  <c:v>1051.95</c:v>
                </c:pt>
                <c:pt idx="264">
                  <c:v>1052.13</c:v>
                </c:pt>
                <c:pt idx="265">
                  <c:v>1052.34</c:v>
                </c:pt>
                <c:pt idx="266">
                  <c:v>1052.53</c:v>
                </c:pt>
                <c:pt idx="267">
                  <c:v>1052.73</c:v>
                </c:pt>
                <c:pt idx="268">
                  <c:v>1052.93</c:v>
                </c:pt>
                <c:pt idx="269">
                  <c:v>1053.13</c:v>
                </c:pt>
                <c:pt idx="270">
                  <c:v>1053.32</c:v>
                </c:pt>
                <c:pt idx="271">
                  <c:v>1053.51</c:v>
                </c:pt>
                <c:pt idx="272">
                  <c:v>1053.7</c:v>
                </c:pt>
                <c:pt idx="273">
                  <c:v>1053.9</c:v>
                </c:pt>
                <c:pt idx="274">
                  <c:v>1054.09</c:v>
                </c:pt>
                <c:pt idx="275">
                  <c:v>1054.28</c:v>
                </c:pt>
                <c:pt idx="276">
                  <c:v>1054.48</c:v>
                </c:pt>
                <c:pt idx="277">
                  <c:v>1054.67</c:v>
                </c:pt>
                <c:pt idx="278">
                  <c:v>1054.84</c:v>
                </c:pt>
                <c:pt idx="279">
                  <c:v>1055.03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1003.83</c:v>
                </c:pt>
                <c:pt idx="2">
                  <c:v>1008.08</c:v>
                </c:pt>
                <c:pt idx="3">
                  <c:v>1012.07</c:v>
                </c:pt>
                <c:pt idx="4">
                  <c:v>1015.96</c:v>
                </c:pt>
                <c:pt idx="5">
                  <c:v>1020.29</c:v>
                </c:pt>
                <c:pt idx="6">
                  <c:v>1024.12</c:v>
                </c:pt>
                <c:pt idx="7">
                  <c:v>1027.71</c:v>
                </c:pt>
                <c:pt idx="8">
                  <c:v>1031.83</c:v>
                </c:pt>
                <c:pt idx="9">
                  <c:v>1035.71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5"/>
      </c:catAx>
      <c:valAx>
        <c:axId val="2094734552"/>
        <c:scaling>
          <c:orientation val="minMax"/>
          <c:min val="95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2032" cy="1828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645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0" y="0"/>
            <a:ext cx="0" cy="106893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13716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2121408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161288" y="21945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8600" y="2377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161288" y="23774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28600" y="2560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61288" y="25603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28600" y="2743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61288" y="2743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28600" y="29260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61288" y="29260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28600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61288" y="31089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28600" y="3291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61288" y="32918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28600" y="3474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61288" y="34747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286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61288" y="3657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2860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61288" y="3931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28600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61288" y="42062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28600" y="4443984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535424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8600" y="47183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5468112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555955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57424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CONTINUA, es la tasa de política monetaria promedio del Banco Central de Chile.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6400800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64922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8600" y="6675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97480" y="1371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97480" y="429768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521208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3 CLP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21284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Continua</a:t>
            </a:r>
            <a:endParaRPr lang="en-US" sz="8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2697480" y="2395728"/>
          <a:ext cx="463600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5" name="Text 42"/>
          <p:cNvSpPr/>
          <p:nvPr/>
        </p:nvSpPr>
        <p:spPr>
          <a:xfrm>
            <a:off x="2697480" y="438912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4663440"/>
          <a:ext cx="463600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94360"/>
                <a:gridCol w="658368"/>
                <a:gridCol w="658368"/>
                <a:gridCol w="594360"/>
                <a:gridCol w="621792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CONTINUA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47" name="Text 43"/>
          <p:cNvSpPr/>
          <p:nvPr/>
        </p:nvSpPr>
        <p:spPr>
          <a:xfrm>
            <a:off x="2697480" y="5477256"/>
            <a:ext cx="4636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48" name="Shape 44"/>
          <p:cNvSpPr/>
          <p:nvPr/>
        </p:nvSpPr>
        <p:spPr>
          <a:xfrm>
            <a:off x="2697480" y="5660136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5724144"/>
          <a:ext cx="463600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749808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CONTINUA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CONTINUA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CONTINUA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203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24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560320" y="0"/>
            <a:ext cx="0" cy="106893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97480" y="13716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1664208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865376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56816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General por Instrumentos Financieros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5920" y="21579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86584"/>
          <a:ext cx="224028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502920"/>
                <a:gridCol w="530352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de Inversión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Depósitos a Plazo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Financiamientos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(Inmobiliario, Mezzanine, etc.)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Efectos de Comercio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Pagaré Banco Central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28600" y="4151376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242816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28600" y="4471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45920" y="4471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63,16%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" y="46908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4592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8600" y="4910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6459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28600" y="51297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645920" y="5129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97480" y="1371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97480" y="45720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697480" y="88696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697480" y="1316736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697480" y="174650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697480" y="2176272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697480" y="260604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697480" y="303580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697480" y="3465576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2697480" y="389534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97480" y="4398264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97480" y="452628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697480" y="4800600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2026-05-14T23:39:26Z</dcterms:created>
  <dcterms:modified xsi:type="dcterms:W3CDTF">2026-05-14T23:39:26Z</dcterms:modified>
</cp:coreProperties>
</file>