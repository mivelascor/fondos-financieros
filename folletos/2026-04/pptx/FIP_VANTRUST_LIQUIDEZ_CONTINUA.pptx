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524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2025-07-31</c:v>
                  </c:pt>
                  <c:pt idx="1">
                    <c:v>2025-08-31</c:v>
                  </c:pt>
                  <c:pt idx="2">
                    <c:v>2025-09-30</c:v>
                  </c:pt>
                  <c:pt idx="3">
                    <c:v>2025-10-31</c:v>
                  </c:pt>
                  <c:pt idx="4">
                    <c:v>2025-11-30</c:v>
                  </c:pt>
                  <c:pt idx="5">
                    <c:v>2025-12-31</c:v>
                  </c:pt>
                  <c:pt idx="6">
                    <c:v>2026-01-31</c:v>
                  </c:pt>
                  <c:pt idx="7">
                    <c:v>2026-02-28</c:v>
                  </c:pt>
                  <c:pt idx="8">
                    <c:v>2026-03-31</c:v>
                  </c:pt>
                  <c:pt idx="9">
                    <c:v>2026-04-30</c:v>
                  </c:pt>
                  <c:pt idx="10">
                    <c:v>2026-05-31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519.78</c:v>
                </c:pt>
                <c:pt idx="1">
                  <c:v>522.32</c:v>
                </c:pt>
                <c:pt idx="2">
                  <c:v>523.75</c:v>
                </c:pt>
                <c:pt idx="3">
                  <c:v>524.58</c:v>
                </c:pt>
                <c:pt idx="4">
                  <c:v>525.18</c:v>
                </c:pt>
                <c:pt idx="5">
                  <c:v>525.63</c:v>
                </c:pt>
                <c:pt idx="6">
                  <c:v>525.88</c:v>
                </c:pt>
                <c:pt idx="7">
                  <c:v>526.1</c:v>
                </c:pt>
                <c:pt idx="8">
                  <c:v>526.32</c:v>
                </c:pt>
                <c:pt idx="9">
                  <c:v>526.54</c:v>
                </c:pt>
                <c:pt idx="10">
                  <c:v>526.76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FIP LIQUIDEZ CONTINUA</c:v>
                </c:pt>
              </c:strCache>
            </c:strRef>
          </c:tx>
          <c:spPr>
            <a:solidFill>
              <a:srgbClr val="000000"/>
            </a:solidFill>
            <a:ln w="1524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2025-07-31</c:v>
                  </c:pt>
                  <c:pt idx="1">
                    <c:v>2025-08-31</c:v>
                  </c:pt>
                  <c:pt idx="2">
                    <c:v>2025-09-30</c:v>
                  </c:pt>
                  <c:pt idx="3">
                    <c:v>2025-10-31</c:v>
                  </c:pt>
                  <c:pt idx="4">
                    <c:v>2025-11-30</c:v>
                  </c:pt>
                  <c:pt idx="5">
                    <c:v>2025-12-31</c:v>
                  </c:pt>
                  <c:pt idx="6">
                    <c:v>2026-01-31</c:v>
                  </c:pt>
                  <c:pt idx="7">
                    <c:v>2026-02-28</c:v>
                  </c:pt>
                  <c:pt idx="8">
                    <c:v>2026-03-31</c:v>
                  </c:pt>
                  <c:pt idx="9">
                    <c:v>2026-04-30</c:v>
                  </c:pt>
                  <c:pt idx="10">
                    <c:v>2026-05-31</c:v>
                  </c:pt>
                </c:lvl>
              </c:multiLvlStrCache>
            </c:multiLvl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1000</c:v>
                </c:pt>
                <c:pt idx="1">
                  <c:v>1005.7</c:v>
                </c:pt>
                <c:pt idx="2">
                  <c:v>1011.56</c:v>
                </c:pt>
                <c:pt idx="3">
                  <c:v>1018.17</c:v>
                </c:pt>
                <c:pt idx="4">
                  <c:v>1024.38</c:v>
                </c:pt>
                <c:pt idx="5">
                  <c:v>1030.25</c:v>
                </c:pt>
                <c:pt idx="6">
                  <c:v>1036</c:v>
                </c:pt>
                <c:pt idx="7">
                  <c:v>1041.77</c:v>
                </c:pt>
                <c:pt idx="8">
                  <c:v>1048.01</c:v>
                </c:pt>
                <c:pt idx="9">
                  <c:v>1053.88</c:v>
                </c:pt>
                <c:pt idx="10">
                  <c:v>1054.83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524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2025-07-31</c:v>
                  </c:pt>
                  <c:pt idx="1">
                    <c:v>2025-08-31</c:v>
                  </c:pt>
                  <c:pt idx="2">
                    <c:v>2025-09-30</c:v>
                  </c:pt>
                  <c:pt idx="3">
                    <c:v>2025-10-31</c:v>
                  </c:pt>
                  <c:pt idx="4">
                    <c:v>2025-11-30</c:v>
                  </c:pt>
                  <c:pt idx="5">
                    <c:v>2025-12-31</c:v>
                  </c:pt>
                  <c:pt idx="6">
                    <c:v>2026-01-31</c:v>
                  </c:pt>
                  <c:pt idx="7">
                    <c:v>2026-02-28</c:v>
                  </c:pt>
                  <c:pt idx="8">
                    <c:v>2026-03-31</c:v>
                  </c:pt>
                  <c:pt idx="9">
                    <c:v>2026-04-30</c:v>
                  </c:pt>
                  <c:pt idx="10">
                    <c:v>2026-05-31</c:v>
                  </c:pt>
                </c:lvl>
              </c:multiLvlStrCache>
            </c:multiLvlStrRef>
          </c:cat>
          <c:val>
            <c:numRef>
              <c:f>Sheet1!$D$2:$D$12</c:f>
              <c:numCache>
                <c:formatCode>General</c:formatCode>
                <c:ptCount val="11"/>
                <c:pt idx="0">
                  <c:v>907.63</c:v>
                </c:pt>
                <c:pt idx="1">
                  <c:v>909.53</c:v>
                </c:pt>
                <c:pt idx="2">
                  <c:v>913.59</c:v>
                </c:pt>
                <c:pt idx="3">
                  <c:v>913.59</c:v>
                </c:pt>
                <c:pt idx="4">
                  <c:v>915.24</c:v>
                </c:pt>
                <c:pt idx="5">
                  <c:v>917.14</c:v>
                </c:pt>
                <c:pt idx="6">
                  <c:v>919.08</c:v>
                </c:pt>
                <c:pt idx="7">
                  <c:v>921.04</c:v>
                </c:pt>
                <c:pt idx="8">
                  <c:v>923.01</c:v>
                </c:pt>
                <c:pt idx="9">
                  <c:v>925.03</c:v>
                </c:pt>
                <c:pt idx="10">
                  <c:v>926.95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"/>
      </c:catAx>
      <c:valAx>
        <c:axId val="2094734552"/>
        <c:scaling>
          <c:orientation val="minMax"/>
          <c:min val="504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Continua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2646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77,806,944-K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Septiembre 2023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Menor valor entre 0,25% anual + IVA y 50% de rentabilidad + IVA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169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261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43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0799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1208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0352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48640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550408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Continua, es la tasa de política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208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30021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48309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547104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11 CLP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2606040" y="2240280"/>
            <a:ext cx="48188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Continua</a:t>
            </a:r>
            <a:endParaRPr lang="en-US" sz="750" dirty="0"/>
          </a:p>
        </p:txBody>
      </p:sp>
      <p:graphicFrame>
        <p:nvGraphicFramePr>
          <p:cNvPr id="46" name="Chart 0" descr=""/>
          <p:cNvGraphicFramePr/>
          <p:nvPr/>
        </p:nvGraphicFramePr>
        <p:xfrm>
          <a:off x="2606040" y="2395728"/>
          <a:ext cx="4818888" cy="1691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7" name="Text 44"/>
          <p:cNvSpPr/>
          <p:nvPr/>
        </p:nvSpPr>
        <p:spPr>
          <a:xfrm>
            <a:off x="2606040" y="4242816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8" name="Shape 45"/>
          <p:cNvSpPr/>
          <p:nvPr/>
        </p:nvSpPr>
        <p:spPr>
          <a:xfrm>
            <a:off x="2606040" y="4498848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572000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Acum.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CONTINUA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3,51%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6,88%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0" name="Text 46"/>
          <p:cNvSpPr/>
          <p:nvPr/>
        </p:nvSpPr>
        <p:spPr>
          <a:xfrm>
            <a:off x="2606040" y="5349240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1" name="Shape 47"/>
          <p:cNvSpPr/>
          <p:nvPr/>
        </p:nvSpPr>
        <p:spPr>
          <a:xfrm>
            <a:off x="2606040" y="5513832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577840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22960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83464"/>
              </a:tblGrid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2009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2010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4.77%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3.82%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2017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2.77%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5.98%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CONTINUA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CONTINUA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118872" y="245059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" y="254203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18872" y="272491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" y="279806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490472" y="279806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0,72%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18872" y="299008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490472" y="299008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97,18%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2,10%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2026-05-18T12:53:49Z</dcterms:created>
  <dcterms:modified xsi:type="dcterms:W3CDTF">2026-05-18T12:53:49Z</dcterms:modified>
</cp:coreProperties>
</file>