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100.75</c:v>
                </c:pt>
                <c:pt idx="2">
                  <c:v>101.47</c:v>
                </c:pt>
                <c:pt idx="3">
                  <c:v>102.21</c:v>
                </c:pt>
                <c:pt idx="4">
                  <c:v>102.84</c:v>
                </c:pt>
                <c:pt idx="5">
                  <c:v>103.42</c:v>
                </c:pt>
                <c:pt idx="6">
                  <c:v>104.05</c:v>
                </c:pt>
                <c:pt idx="7">
                  <c:v>104.62</c:v>
                </c:pt>
                <c:pt idx="8">
                  <c:v>105.1</c:v>
                </c:pt>
                <c:pt idx="9">
                  <c:v>105.66</c:v>
                </c:pt>
                <c:pt idx="10">
                  <c:v>106.17</c:v>
                </c:pt>
                <c:pt idx="11">
                  <c:v>106.68</c:v>
                </c:pt>
                <c:pt idx="12">
                  <c:v>107.16</c:v>
                </c:pt>
                <c:pt idx="13">
                  <c:v>107.63</c:v>
                </c:pt>
                <c:pt idx="14">
                  <c:v>108.1</c:v>
                </c:pt>
                <c:pt idx="15">
                  <c:v>108.59</c:v>
                </c:pt>
                <c:pt idx="16">
                  <c:v>109.01</c:v>
                </c:pt>
                <c:pt idx="17">
                  <c:v>109.48</c:v>
                </c:pt>
                <c:pt idx="18">
                  <c:v>109.94</c:v>
                </c:pt>
                <c:pt idx="19">
                  <c:v>110.4</c:v>
                </c:pt>
                <c:pt idx="20">
                  <c:v>110.87</c:v>
                </c:pt>
                <c:pt idx="21">
                  <c:v>111.35</c:v>
                </c:pt>
                <c:pt idx="22">
                  <c:v>111.78</c:v>
                </c:pt>
                <c:pt idx="23">
                  <c:v>112.25</c:v>
                </c:pt>
                <c:pt idx="24">
                  <c:v>112.69</c:v>
                </c:pt>
                <c:pt idx="25">
                  <c:v>113.13</c:v>
                </c:pt>
                <c:pt idx="26">
                  <c:v>113.59</c:v>
                </c:pt>
                <c:pt idx="27">
                  <c:v>114.04</c:v>
                </c:pt>
                <c:pt idx="28">
                  <c:v>114.45</c:v>
                </c:pt>
                <c:pt idx="29">
                  <c:v>114.89</c:v>
                </c:pt>
                <c:pt idx="30">
                  <c:v>85.67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100</c:v>
                </c:pt>
                <c:pt idx="1">
                  <c:v>100.6</c:v>
                </c:pt>
                <c:pt idx="2">
                  <c:v>101.67</c:v>
                </c:pt>
                <c:pt idx="3">
                  <c:v>102.49</c:v>
                </c:pt>
                <c:pt idx="4">
                  <c:v>103.18</c:v>
                </c:pt>
                <c:pt idx="5">
                  <c:v>103.87</c:v>
                </c:pt>
                <c:pt idx="6">
                  <c:v>104.57</c:v>
                </c:pt>
                <c:pt idx="7">
                  <c:v>105.23</c:v>
                </c:pt>
                <c:pt idx="8">
                  <c:v>105.78</c:v>
                </c:pt>
                <c:pt idx="9">
                  <c:v>106.29</c:v>
                </c:pt>
                <c:pt idx="10">
                  <c:v>106.82</c:v>
                </c:pt>
                <c:pt idx="11">
                  <c:v>107.36</c:v>
                </c:pt>
                <c:pt idx="12">
                  <c:v>107.85</c:v>
                </c:pt>
                <c:pt idx="13">
                  <c:v>108.41</c:v>
                </c:pt>
                <c:pt idx="14">
                  <c:v>108.88</c:v>
                </c:pt>
                <c:pt idx="15">
                  <c:v>109.3</c:v>
                </c:pt>
                <c:pt idx="16">
                  <c:v>109.77</c:v>
                </c:pt>
                <c:pt idx="17">
                  <c:v>110.31</c:v>
                </c:pt>
                <c:pt idx="18">
                  <c:v>110.88</c:v>
                </c:pt>
                <c:pt idx="19">
                  <c:v>111.52</c:v>
                </c:pt>
                <c:pt idx="20">
                  <c:v>112.16</c:v>
                </c:pt>
                <c:pt idx="21">
                  <c:v>112.77</c:v>
                </c:pt>
                <c:pt idx="22">
                  <c:v>113.42</c:v>
                </c:pt>
                <c:pt idx="23">
                  <c:v>114.08</c:v>
                </c:pt>
                <c:pt idx="24">
                  <c:v>114.82</c:v>
                </c:pt>
                <c:pt idx="25">
                  <c:v>115.52</c:v>
                </c:pt>
                <c:pt idx="26">
                  <c:v>116.19</c:v>
                </c:pt>
                <c:pt idx="27">
                  <c:v>116.83</c:v>
                </c:pt>
                <c:pt idx="28">
                  <c:v>117.49</c:v>
                </c:pt>
                <c:pt idx="29">
                  <c:v>118.19</c:v>
                </c:pt>
                <c:pt idx="30">
                  <c:v>118.85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100</c:v>
                </c:pt>
                <c:pt idx="1">
                  <c:v>100.62</c:v>
                </c:pt>
                <c:pt idx="2">
                  <c:v>101.23</c:v>
                </c:pt>
                <c:pt idx="3">
                  <c:v>101.83</c:v>
                </c:pt>
                <c:pt idx="4">
                  <c:v>102.34</c:v>
                </c:pt>
                <c:pt idx="5">
                  <c:v>102.8</c:v>
                </c:pt>
                <c:pt idx="6">
                  <c:v>103.28</c:v>
                </c:pt>
                <c:pt idx="7">
                  <c:v>103.71</c:v>
                </c:pt>
                <c:pt idx="8">
                  <c:v>104.09</c:v>
                </c:pt>
                <c:pt idx="9">
                  <c:v>104.47</c:v>
                </c:pt>
                <c:pt idx="10">
                  <c:v>104.85</c:v>
                </c:pt>
                <c:pt idx="11">
                  <c:v>105.2</c:v>
                </c:pt>
                <c:pt idx="12">
                  <c:v>105.56</c:v>
                </c:pt>
                <c:pt idx="13">
                  <c:v>105.9</c:v>
                </c:pt>
                <c:pt idx="14">
                  <c:v>106.24</c:v>
                </c:pt>
                <c:pt idx="15">
                  <c:v>106.57</c:v>
                </c:pt>
                <c:pt idx="16">
                  <c:v>106.86</c:v>
                </c:pt>
                <c:pt idx="17">
                  <c:v>107.19</c:v>
                </c:pt>
                <c:pt idx="18">
                  <c:v>107.51</c:v>
                </c:pt>
                <c:pt idx="19">
                  <c:v>107.84</c:v>
                </c:pt>
                <c:pt idx="20">
                  <c:v>108.16</c:v>
                </c:pt>
                <c:pt idx="21">
                  <c:v>108.48</c:v>
                </c:pt>
                <c:pt idx="22">
                  <c:v>108.81</c:v>
                </c:pt>
                <c:pt idx="23">
                  <c:v>109.11</c:v>
                </c:pt>
                <c:pt idx="24">
                  <c:v>109.42</c:v>
                </c:pt>
                <c:pt idx="25">
                  <c:v>109.73</c:v>
                </c:pt>
                <c:pt idx="26">
                  <c:v>110.04</c:v>
                </c:pt>
                <c:pt idx="27">
                  <c:v>110.34</c:v>
                </c:pt>
                <c:pt idx="28">
                  <c:v>110.61</c:v>
                </c:pt>
                <c:pt idx="29">
                  <c:v>110.9</c:v>
                </c:pt>
                <c:pt idx="3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3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2026-05-19T13:58:37Z</dcterms:created>
  <dcterms:modified xsi:type="dcterms:W3CDTF">2026-05-19T13:58:37Z</dcterms:modified>
</cp:coreProperties>
</file>