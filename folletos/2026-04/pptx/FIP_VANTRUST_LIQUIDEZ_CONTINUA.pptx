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1011.56</c:v>
                </c:pt>
                <c:pt idx="3">
                  <c:v>1018.17</c:v>
                </c:pt>
                <c:pt idx="4">
                  <c:v>1024.38</c:v>
                </c:pt>
                <c:pt idx="5">
                  <c:v>1030.25</c:v>
                </c:pt>
                <c:pt idx="6">
                  <c:v>1036</c:v>
                </c:pt>
                <c:pt idx="7">
                  <c:v>1041.77</c:v>
                </c:pt>
                <c:pt idx="8">
                  <c:v>1048.01</c:v>
                </c:pt>
                <c:pt idx="9">
                  <c:v>1053.88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2026-05-18T17:38:29Z</dcterms:created>
  <dcterms:modified xsi:type="dcterms:W3CDTF">2026-05-18T17:38:29Z</dcterms:modified>
</cp:coreProperties>
</file>