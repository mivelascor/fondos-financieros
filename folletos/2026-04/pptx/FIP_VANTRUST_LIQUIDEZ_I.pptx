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1000</c:v>
                </c:pt>
                <c:pt idx="1">
                  <c:v>1006.19</c:v>
                </c:pt>
                <c:pt idx="2">
                  <c:v>1011.93</c:v>
                </c:pt>
                <c:pt idx="3">
                  <c:v>1017.91</c:v>
                </c:pt>
                <c:pt idx="4">
                  <c:v>1023.87</c:v>
                </c:pt>
                <c:pt idx="5">
                  <c:v>1029.85</c:v>
                </c:pt>
                <c:pt idx="6">
                  <c:v>1036.37</c:v>
                </c:pt>
                <c:pt idx="7">
                  <c:v>1042.29</c:v>
                </c:pt>
                <c:pt idx="8">
                  <c:v>1048.81</c:v>
                </c:pt>
                <c:pt idx="9">
                  <c:v>1055.31</c:v>
                </c:pt>
                <c:pt idx="10">
                  <c:v>1056.42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  <c:pt idx="10">
                    <c:v>May 2026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1008.08</c:v>
                </c:pt>
                <c:pt idx="2">
                  <c:v>1020.29</c:v>
                </c:pt>
                <c:pt idx="3">
                  <c:v>1031.83</c:v>
                </c:pt>
                <c:pt idx="4">
                  <c:v>1035.71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2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1755648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508760" y="1755648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0,06%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20665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21579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59152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2394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1538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439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 mes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439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634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1-3 meses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634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88289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meses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88289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02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4 meses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0235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2026-05-14T22:15:49Z</dcterms:created>
  <dcterms:modified xsi:type="dcterms:W3CDTF">2026-05-14T22:15:49Z</dcterms:modified>
</cp:coreProperties>
</file>