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FIP Liquidez I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Sheet1!$B$2:$B$281</c:f>
              <c:numCache>
                <c:formatCode>General</c:formatCode>
                <c:ptCount val="280"/>
                <c:pt idx="0">
                  <c:v>1000</c:v>
                </c:pt>
                <c:pt idx="1">
                  <c:v>1000.19</c:v>
                </c:pt>
                <c:pt idx="2">
                  <c:v>1000.36</c:v>
                </c:pt>
                <c:pt idx="3">
                  <c:v>1000.57</c:v>
                </c:pt>
                <c:pt idx="4">
                  <c:v>1000.78</c:v>
                </c:pt>
                <c:pt idx="5">
                  <c:v>1000.96</c:v>
                </c:pt>
                <c:pt idx="6">
                  <c:v>1001.15</c:v>
                </c:pt>
                <c:pt idx="7">
                  <c:v>1001.33</c:v>
                </c:pt>
                <c:pt idx="8">
                  <c:v>1001.52</c:v>
                </c:pt>
                <c:pt idx="9">
                  <c:v>1001.7</c:v>
                </c:pt>
                <c:pt idx="10">
                  <c:v>1001.89</c:v>
                </c:pt>
                <c:pt idx="11">
                  <c:v>1002.08</c:v>
                </c:pt>
                <c:pt idx="12">
                  <c:v>1002.28</c:v>
                </c:pt>
                <c:pt idx="13">
                  <c:v>1002.48</c:v>
                </c:pt>
                <c:pt idx="14">
                  <c:v>1002.68</c:v>
                </c:pt>
                <c:pt idx="15">
                  <c:v>1002.89</c:v>
                </c:pt>
                <c:pt idx="16">
                  <c:v>1003.09</c:v>
                </c:pt>
                <c:pt idx="17">
                  <c:v>1003.29</c:v>
                </c:pt>
                <c:pt idx="18">
                  <c:v>1003.49</c:v>
                </c:pt>
                <c:pt idx="19">
                  <c:v>1003.66</c:v>
                </c:pt>
                <c:pt idx="20">
                  <c:v>1003.87</c:v>
                </c:pt>
                <c:pt idx="21">
                  <c:v>1004.08</c:v>
                </c:pt>
                <c:pt idx="22">
                  <c:v>1004.28</c:v>
                </c:pt>
                <c:pt idx="23">
                  <c:v>1004.49</c:v>
                </c:pt>
                <c:pt idx="24">
                  <c:v>1004.69</c:v>
                </c:pt>
                <c:pt idx="25">
                  <c:v>1004.89</c:v>
                </c:pt>
                <c:pt idx="26">
                  <c:v>1005.09</c:v>
                </c:pt>
                <c:pt idx="27">
                  <c:v>1005.29</c:v>
                </c:pt>
                <c:pt idx="28">
                  <c:v>1005.51</c:v>
                </c:pt>
                <c:pt idx="29">
                  <c:v>1005.73</c:v>
                </c:pt>
                <c:pt idx="30">
                  <c:v>1005.95</c:v>
                </c:pt>
                <c:pt idx="31">
                  <c:v>1006.17</c:v>
                </c:pt>
                <c:pt idx="32">
                  <c:v>1006.38</c:v>
                </c:pt>
                <c:pt idx="33">
                  <c:v>1006.6</c:v>
                </c:pt>
                <c:pt idx="34">
                  <c:v>1006.77</c:v>
                </c:pt>
                <c:pt idx="35">
                  <c:v>1006.99</c:v>
                </c:pt>
                <c:pt idx="36">
                  <c:v>1007.21</c:v>
                </c:pt>
                <c:pt idx="37">
                  <c:v>1007.41</c:v>
                </c:pt>
                <c:pt idx="38">
                  <c:v>1007.61</c:v>
                </c:pt>
                <c:pt idx="39">
                  <c:v>1007.81</c:v>
                </c:pt>
                <c:pt idx="40">
                  <c:v>1008.04</c:v>
                </c:pt>
                <c:pt idx="41">
                  <c:v>1008.23</c:v>
                </c:pt>
                <c:pt idx="42">
                  <c:v>1008.42</c:v>
                </c:pt>
                <c:pt idx="43">
                  <c:v>1008.6</c:v>
                </c:pt>
                <c:pt idx="44">
                  <c:v>1008.78</c:v>
                </c:pt>
                <c:pt idx="45">
                  <c:v>1008.97</c:v>
                </c:pt>
                <c:pt idx="46">
                  <c:v>1009.16</c:v>
                </c:pt>
                <c:pt idx="47">
                  <c:v>1009.3</c:v>
                </c:pt>
                <c:pt idx="48">
                  <c:v>1009.49</c:v>
                </c:pt>
                <c:pt idx="49">
                  <c:v>1009.68</c:v>
                </c:pt>
                <c:pt idx="50">
                  <c:v>1009.87</c:v>
                </c:pt>
                <c:pt idx="51">
                  <c:v>1010.06</c:v>
                </c:pt>
                <c:pt idx="52">
                  <c:v>1010.25</c:v>
                </c:pt>
                <c:pt idx="53">
                  <c:v>1010.44</c:v>
                </c:pt>
                <c:pt idx="54">
                  <c:v>1010.64</c:v>
                </c:pt>
                <c:pt idx="55">
                  <c:v>1010.83</c:v>
                </c:pt>
                <c:pt idx="56">
                  <c:v>1011.02</c:v>
                </c:pt>
                <c:pt idx="57">
                  <c:v>1011.21</c:v>
                </c:pt>
                <c:pt idx="58">
                  <c:v>1011.4</c:v>
                </c:pt>
                <c:pt idx="59">
                  <c:v>1011.59</c:v>
                </c:pt>
                <c:pt idx="60">
                  <c:v>1011.78</c:v>
                </c:pt>
                <c:pt idx="61">
                  <c:v>1011.93</c:v>
                </c:pt>
                <c:pt idx="62">
                  <c:v>1012.12</c:v>
                </c:pt>
                <c:pt idx="63">
                  <c:v>1012.38</c:v>
                </c:pt>
                <c:pt idx="64">
                  <c:v>1012.59</c:v>
                </c:pt>
                <c:pt idx="65">
                  <c:v>1012.78</c:v>
                </c:pt>
                <c:pt idx="66">
                  <c:v>1012.98</c:v>
                </c:pt>
                <c:pt idx="67">
                  <c:v>1013.17</c:v>
                </c:pt>
                <c:pt idx="68">
                  <c:v>1013.37</c:v>
                </c:pt>
                <c:pt idx="69">
                  <c:v>1013.56</c:v>
                </c:pt>
                <c:pt idx="70">
                  <c:v>1013.76</c:v>
                </c:pt>
                <c:pt idx="71">
                  <c:v>1013.96</c:v>
                </c:pt>
                <c:pt idx="72">
                  <c:v>1014.16</c:v>
                </c:pt>
                <c:pt idx="73">
                  <c:v>1014.34</c:v>
                </c:pt>
                <c:pt idx="74">
                  <c:v>1014.51</c:v>
                </c:pt>
                <c:pt idx="75">
                  <c:v>1014.65</c:v>
                </c:pt>
                <c:pt idx="76">
                  <c:v>1014.84</c:v>
                </c:pt>
                <c:pt idx="77">
                  <c:v>1015.03</c:v>
                </c:pt>
                <c:pt idx="78">
                  <c:v>1015.22</c:v>
                </c:pt>
                <c:pt idx="79">
                  <c:v>1015.42</c:v>
                </c:pt>
                <c:pt idx="80">
                  <c:v>1015.62</c:v>
                </c:pt>
                <c:pt idx="81">
                  <c:v>1015.81</c:v>
                </c:pt>
                <c:pt idx="82">
                  <c:v>1016.01</c:v>
                </c:pt>
                <c:pt idx="83">
                  <c:v>1016.2</c:v>
                </c:pt>
                <c:pt idx="84">
                  <c:v>1016.4</c:v>
                </c:pt>
                <c:pt idx="85">
                  <c:v>1016.59</c:v>
                </c:pt>
                <c:pt idx="86">
                  <c:v>1016.78</c:v>
                </c:pt>
                <c:pt idx="87">
                  <c:v>1016.97</c:v>
                </c:pt>
                <c:pt idx="88">
                  <c:v>1017.16</c:v>
                </c:pt>
                <c:pt idx="89">
                  <c:v>1017.34</c:v>
                </c:pt>
                <c:pt idx="90">
                  <c:v>1017.52</c:v>
                </c:pt>
                <c:pt idx="91">
                  <c:v>1017.72</c:v>
                </c:pt>
                <c:pt idx="92">
                  <c:v>1017.91</c:v>
                </c:pt>
                <c:pt idx="93">
                  <c:v>1018.1</c:v>
                </c:pt>
                <c:pt idx="94">
                  <c:v>1018.29</c:v>
                </c:pt>
                <c:pt idx="95">
                  <c:v>1018.5</c:v>
                </c:pt>
                <c:pt idx="96">
                  <c:v>1018.69</c:v>
                </c:pt>
                <c:pt idx="97">
                  <c:v>1018.87</c:v>
                </c:pt>
                <c:pt idx="98">
                  <c:v>1019.06</c:v>
                </c:pt>
                <c:pt idx="99">
                  <c:v>1019.26</c:v>
                </c:pt>
                <c:pt idx="100">
                  <c:v>1019.45</c:v>
                </c:pt>
                <c:pt idx="101">
                  <c:v>1019.68</c:v>
                </c:pt>
                <c:pt idx="102">
                  <c:v>1019.9</c:v>
                </c:pt>
                <c:pt idx="103">
                  <c:v>1020.05</c:v>
                </c:pt>
                <c:pt idx="104">
                  <c:v>1020.24</c:v>
                </c:pt>
                <c:pt idx="105">
                  <c:v>1020.43</c:v>
                </c:pt>
                <c:pt idx="106">
                  <c:v>1020.63</c:v>
                </c:pt>
                <c:pt idx="107">
                  <c:v>1020.85</c:v>
                </c:pt>
                <c:pt idx="108">
                  <c:v>1021.07</c:v>
                </c:pt>
                <c:pt idx="109">
                  <c:v>1021.29</c:v>
                </c:pt>
                <c:pt idx="110">
                  <c:v>1021.48</c:v>
                </c:pt>
                <c:pt idx="111">
                  <c:v>1021.68</c:v>
                </c:pt>
                <c:pt idx="112">
                  <c:v>1021.91</c:v>
                </c:pt>
                <c:pt idx="113">
                  <c:v>1022.11</c:v>
                </c:pt>
                <c:pt idx="114">
                  <c:v>1022.31</c:v>
                </c:pt>
                <c:pt idx="115">
                  <c:v>1022.53</c:v>
                </c:pt>
                <c:pt idx="116">
                  <c:v>1022.76</c:v>
                </c:pt>
                <c:pt idx="117">
                  <c:v>1022.93</c:v>
                </c:pt>
                <c:pt idx="118">
                  <c:v>1023.08</c:v>
                </c:pt>
                <c:pt idx="119">
                  <c:v>1023.28</c:v>
                </c:pt>
                <c:pt idx="120">
                  <c:v>1023.49</c:v>
                </c:pt>
                <c:pt idx="121">
                  <c:v>1023.69</c:v>
                </c:pt>
                <c:pt idx="122">
                  <c:v>1023.88</c:v>
                </c:pt>
                <c:pt idx="123">
                  <c:v>1024.06</c:v>
                </c:pt>
                <c:pt idx="124">
                  <c:v>1024.26</c:v>
                </c:pt>
                <c:pt idx="125">
                  <c:v>1024.43</c:v>
                </c:pt>
                <c:pt idx="126">
                  <c:v>1024.61</c:v>
                </c:pt>
                <c:pt idx="127">
                  <c:v>1024.8</c:v>
                </c:pt>
                <c:pt idx="128">
                  <c:v>1024.97</c:v>
                </c:pt>
                <c:pt idx="129">
                  <c:v>1025.16</c:v>
                </c:pt>
                <c:pt idx="130">
                  <c:v>1025.34</c:v>
                </c:pt>
                <c:pt idx="131">
                  <c:v>1025.53</c:v>
                </c:pt>
                <c:pt idx="132">
                  <c:v>1025.71</c:v>
                </c:pt>
                <c:pt idx="133">
                  <c:v>1025.9</c:v>
                </c:pt>
                <c:pt idx="134">
                  <c:v>1026.1</c:v>
                </c:pt>
                <c:pt idx="135">
                  <c:v>1026.29</c:v>
                </c:pt>
                <c:pt idx="136">
                  <c:v>1026.49</c:v>
                </c:pt>
                <c:pt idx="137">
                  <c:v>1026.68</c:v>
                </c:pt>
                <c:pt idx="138">
                  <c:v>1026.88</c:v>
                </c:pt>
                <c:pt idx="139">
                  <c:v>1027.06</c:v>
                </c:pt>
                <c:pt idx="140">
                  <c:v>1027.28</c:v>
                </c:pt>
                <c:pt idx="141">
                  <c:v>1027.47</c:v>
                </c:pt>
                <c:pt idx="142">
                  <c:v>1027.67</c:v>
                </c:pt>
                <c:pt idx="143">
                  <c:v>1027.86</c:v>
                </c:pt>
                <c:pt idx="144">
                  <c:v>1028.05</c:v>
                </c:pt>
                <c:pt idx="145">
                  <c:v>1028.2</c:v>
                </c:pt>
                <c:pt idx="146">
                  <c:v>1028.39</c:v>
                </c:pt>
                <c:pt idx="147">
                  <c:v>1028.63</c:v>
                </c:pt>
                <c:pt idx="148">
                  <c:v>1028.85</c:v>
                </c:pt>
                <c:pt idx="149">
                  <c:v>1029.07</c:v>
                </c:pt>
                <c:pt idx="150">
                  <c:v>1029.27</c:v>
                </c:pt>
                <c:pt idx="151">
                  <c:v>1029.47</c:v>
                </c:pt>
                <c:pt idx="152">
                  <c:v>1029.67</c:v>
                </c:pt>
                <c:pt idx="153">
                  <c:v>1029.86</c:v>
                </c:pt>
                <c:pt idx="154">
                  <c:v>1030.05</c:v>
                </c:pt>
                <c:pt idx="155">
                  <c:v>1030.24</c:v>
                </c:pt>
                <c:pt idx="156">
                  <c:v>1030.43</c:v>
                </c:pt>
                <c:pt idx="157">
                  <c:v>1030.62</c:v>
                </c:pt>
                <c:pt idx="158">
                  <c:v>1030.81</c:v>
                </c:pt>
                <c:pt idx="159">
                  <c:v>1031.03</c:v>
                </c:pt>
                <c:pt idx="160">
                  <c:v>1031.25</c:v>
                </c:pt>
                <c:pt idx="161">
                  <c:v>1031.47</c:v>
                </c:pt>
                <c:pt idx="162">
                  <c:v>1031.7</c:v>
                </c:pt>
                <c:pt idx="163">
                  <c:v>1031.9</c:v>
                </c:pt>
                <c:pt idx="164">
                  <c:v>1032.12</c:v>
                </c:pt>
                <c:pt idx="165">
                  <c:v>1032.33</c:v>
                </c:pt>
                <c:pt idx="166">
                  <c:v>1032.54</c:v>
                </c:pt>
                <c:pt idx="167">
                  <c:v>1032.72</c:v>
                </c:pt>
                <c:pt idx="168">
                  <c:v>1032.94</c:v>
                </c:pt>
                <c:pt idx="169">
                  <c:v>1033.15</c:v>
                </c:pt>
                <c:pt idx="170">
                  <c:v>1033.35</c:v>
                </c:pt>
                <c:pt idx="171">
                  <c:v>1033.57</c:v>
                </c:pt>
                <c:pt idx="172">
                  <c:v>1033.79</c:v>
                </c:pt>
                <c:pt idx="173">
                  <c:v>1034.01</c:v>
                </c:pt>
                <c:pt idx="174">
                  <c:v>1034.24</c:v>
                </c:pt>
                <c:pt idx="175">
                  <c:v>1034.45</c:v>
                </c:pt>
                <c:pt idx="176">
                  <c:v>1034.68</c:v>
                </c:pt>
                <c:pt idx="177">
                  <c:v>1034.89</c:v>
                </c:pt>
                <c:pt idx="178">
                  <c:v>1035.11</c:v>
                </c:pt>
                <c:pt idx="179">
                  <c:v>1035.32</c:v>
                </c:pt>
                <c:pt idx="180">
                  <c:v>1035.53</c:v>
                </c:pt>
                <c:pt idx="181">
                  <c:v>1035.73</c:v>
                </c:pt>
                <c:pt idx="182">
                  <c:v>1035.95</c:v>
                </c:pt>
                <c:pt idx="183">
                  <c:v>1036.11</c:v>
                </c:pt>
                <c:pt idx="184">
                  <c:v>1036.33</c:v>
                </c:pt>
                <c:pt idx="185">
                  <c:v>1036.56</c:v>
                </c:pt>
                <c:pt idx="186">
                  <c:v>1036.79</c:v>
                </c:pt>
                <c:pt idx="187">
                  <c:v>1037.02</c:v>
                </c:pt>
                <c:pt idx="188">
                  <c:v>1037.23</c:v>
                </c:pt>
                <c:pt idx="189">
                  <c:v>1037.44</c:v>
                </c:pt>
                <c:pt idx="190">
                  <c:v>1037.66</c:v>
                </c:pt>
                <c:pt idx="191">
                  <c:v>1037.85</c:v>
                </c:pt>
                <c:pt idx="192">
                  <c:v>1038.05</c:v>
                </c:pt>
                <c:pt idx="193">
                  <c:v>1038.25</c:v>
                </c:pt>
                <c:pt idx="194">
                  <c:v>1038.44</c:v>
                </c:pt>
                <c:pt idx="195">
                  <c:v>1038.64</c:v>
                </c:pt>
                <c:pt idx="196">
                  <c:v>1038.85</c:v>
                </c:pt>
                <c:pt idx="197">
                  <c:v>1039.06</c:v>
                </c:pt>
                <c:pt idx="198">
                  <c:v>1039.28</c:v>
                </c:pt>
                <c:pt idx="199">
                  <c:v>1039.5</c:v>
                </c:pt>
                <c:pt idx="200">
                  <c:v>1039.72</c:v>
                </c:pt>
                <c:pt idx="201">
                  <c:v>1039.91</c:v>
                </c:pt>
                <c:pt idx="202">
                  <c:v>1040.12</c:v>
                </c:pt>
                <c:pt idx="203">
                  <c:v>1040.33</c:v>
                </c:pt>
                <c:pt idx="204">
                  <c:v>1040.54</c:v>
                </c:pt>
                <c:pt idx="205">
                  <c:v>1040.75</c:v>
                </c:pt>
                <c:pt idx="206">
                  <c:v>1040.97</c:v>
                </c:pt>
                <c:pt idx="207">
                  <c:v>1041.18</c:v>
                </c:pt>
                <c:pt idx="208">
                  <c:v>1041.39</c:v>
                </c:pt>
                <c:pt idx="209">
                  <c:v>1041.6</c:v>
                </c:pt>
                <c:pt idx="210">
                  <c:v>1041.81</c:v>
                </c:pt>
                <c:pt idx="211">
                  <c:v>1042.04</c:v>
                </c:pt>
                <c:pt idx="212">
                  <c:v>1042.27</c:v>
                </c:pt>
                <c:pt idx="213">
                  <c:v>1042.49</c:v>
                </c:pt>
                <c:pt idx="214">
                  <c:v>1042.7</c:v>
                </c:pt>
                <c:pt idx="215">
                  <c:v>1042.92</c:v>
                </c:pt>
                <c:pt idx="216">
                  <c:v>1043.14</c:v>
                </c:pt>
                <c:pt idx="217">
                  <c:v>1043.36</c:v>
                </c:pt>
                <c:pt idx="218">
                  <c:v>1043.58</c:v>
                </c:pt>
                <c:pt idx="219">
                  <c:v>1043.8</c:v>
                </c:pt>
                <c:pt idx="220">
                  <c:v>1044.02</c:v>
                </c:pt>
                <c:pt idx="221">
                  <c:v>1044.24</c:v>
                </c:pt>
                <c:pt idx="222">
                  <c:v>1044.45</c:v>
                </c:pt>
                <c:pt idx="223">
                  <c:v>1044.66</c:v>
                </c:pt>
                <c:pt idx="224">
                  <c:v>1044.87</c:v>
                </c:pt>
                <c:pt idx="225">
                  <c:v>1045.06</c:v>
                </c:pt>
                <c:pt idx="226">
                  <c:v>1045.24</c:v>
                </c:pt>
                <c:pt idx="227">
                  <c:v>1045.42</c:v>
                </c:pt>
                <c:pt idx="228">
                  <c:v>1045.6</c:v>
                </c:pt>
                <c:pt idx="229">
                  <c:v>1045.78</c:v>
                </c:pt>
                <c:pt idx="230">
                  <c:v>1045.96</c:v>
                </c:pt>
                <c:pt idx="231">
                  <c:v>1046.15</c:v>
                </c:pt>
                <c:pt idx="232">
                  <c:v>1046.35</c:v>
                </c:pt>
                <c:pt idx="233">
                  <c:v>1046.56</c:v>
                </c:pt>
                <c:pt idx="234">
                  <c:v>1046.78</c:v>
                </c:pt>
                <c:pt idx="235">
                  <c:v>1046.99</c:v>
                </c:pt>
                <c:pt idx="236">
                  <c:v>1047.2</c:v>
                </c:pt>
                <c:pt idx="237">
                  <c:v>1047.42</c:v>
                </c:pt>
                <c:pt idx="238">
                  <c:v>1047.64</c:v>
                </c:pt>
                <c:pt idx="239">
                  <c:v>1047.86</c:v>
                </c:pt>
                <c:pt idx="240">
                  <c:v>1048.09</c:v>
                </c:pt>
                <c:pt idx="241">
                  <c:v>1048.32</c:v>
                </c:pt>
                <c:pt idx="242">
                  <c:v>1048.55</c:v>
                </c:pt>
                <c:pt idx="243">
                  <c:v>1048.78</c:v>
                </c:pt>
                <c:pt idx="244">
                  <c:v>1049.01</c:v>
                </c:pt>
                <c:pt idx="245">
                  <c:v>1049.22</c:v>
                </c:pt>
                <c:pt idx="246">
                  <c:v>1049.46</c:v>
                </c:pt>
                <c:pt idx="247">
                  <c:v>1049.69</c:v>
                </c:pt>
                <c:pt idx="248">
                  <c:v>1049.92</c:v>
                </c:pt>
                <c:pt idx="249">
                  <c:v>1050.15</c:v>
                </c:pt>
                <c:pt idx="250">
                  <c:v>1050.36</c:v>
                </c:pt>
                <c:pt idx="251">
                  <c:v>1050.58</c:v>
                </c:pt>
                <c:pt idx="252">
                  <c:v>1050.8</c:v>
                </c:pt>
                <c:pt idx="253">
                  <c:v>1051.02</c:v>
                </c:pt>
                <c:pt idx="254">
                  <c:v>1051.23</c:v>
                </c:pt>
                <c:pt idx="255">
                  <c:v>1051.45</c:v>
                </c:pt>
                <c:pt idx="256">
                  <c:v>1051.66</c:v>
                </c:pt>
                <c:pt idx="257">
                  <c:v>1051.87</c:v>
                </c:pt>
                <c:pt idx="258">
                  <c:v>1052.09</c:v>
                </c:pt>
                <c:pt idx="259">
                  <c:v>1052.3</c:v>
                </c:pt>
                <c:pt idx="260">
                  <c:v>1052.51</c:v>
                </c:pt>
                <c:pt idx="261">
                  <c:v>1052.71</c:v>
                </c:pt>
                <c:pt idx="262">
                  <c:v>1052.91</c:v>
                </c:pt>
                <c:pt idx="263">
                  <c:v>1053.11</c:v>
                </c:pt>
                <c:pt idx="264">
                  <c:v>1053.31</c:v>
                </c:pt>
                <c:pt idx="265">
                  <c:v>1053.52</c:v>
                </c:pt>
                <c:pt idx="266">
                  <c:v>1053.72</c:v>
                </c:pt>
                <c:pt idx="267">
                  <c:v>1053.93</c:v>
                </c:pt>
                <c:pt idx="268">
                  <c:v>1054.15</c:v>
                </c:pt>
                <c:pt idx="269">
                  <c:v>1054.37</c:v>
                </c:pt>
                <c:pt idx="270">
                  <c:v>1054.59</c:v>
                </c:pt>
                <c:pt idx="271">
                  <c:v>1054.81</c:v>
                </c:pt>
                <c:pt idx="272">
                  <c:v>1055.04</c:v>
                </c:pt>
                <c:pt idx="273">
                  <c:v>1055.28</c:v>
                </c:pt>
                <c:pt idx="274">
                  <c:v>1055.5</c:v>
                </c:pt>
                <c:pt idx="275">
                  <c:v>1055.73</c:v>
                </c:pt>
                <c:pt idx="276">
                  <c:v>1055.96</c:v>
                </c:pt>
                <c:pt idx="277">
                  <c:v>1056.19</c:v>
                </c:pt>
                <c:pt idx="278">
                  <c:v>1056.4</c:v>
                </c:pt>
                <c:pt idx="279">
                  <c:v>1056.62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ICP Nom.</c:v>
                </c:pt>
              </c:strCache>
            </c:strRef>
          </c:tx>
          <c:spPr>
            <a:solidFill>
              <a:srgbClr val="999999"/>
            </a:solidFill>
            <a:ln w="1905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Sheet1!$C$2:$C$281</c:f>
              <c:numCache>
                <c:formatCode>General</c:formatCode>
                <c:ptCount val="280"/>
                <c:pt idx="0">
                  <c:v>1000</c:v>
                </c:pt>
                <c:pt idx="1">
                  <c:v>954.34</c:v>
                </c:pt>
                <c:pt idx="2">
                  <c:v>954.34</c:v>
                </c:pt>
                <c:pt idx="3">
                  <c:v>954.34</c:v>
                </c:pt>
                <c:pt idx="4">
                  <c:v>954.34</c:v>
                </c:pt>
                <c:pt idx="5">
                  <c:v>930.42</c:v>
                </c:pt>
                <c:pt idx="6">
                  <c:v>904.11</c:v>
                </c:pt>
                <c:pt idx="7">
                  <c:v>904.11</c:v>
                </c:pt>
                <c:pt idx="8">
                  <c:v>904.11</c:v>
                </c:pt>
                <c:pt idx="9">
                  <c:v>904.11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 Relevante (*)</c:v>
                </c:pt>
              </c:strCache>
            </c:strRef>
          </c:tx>
          <c:spPr>
            <a:solidFill>
              <a:srgbClr val="555555"/>
            </a:solidFill>
            <a:ln w="19050" cap="flat">
              <a:solidFill>
                <a:srgbClr val="5555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Sheet1!$D$2:$D$281</c:f>
              <c:numCache>
                <c:formatCode>General</c:formatCode>
                <c:ptCount val="280"/>
                <c:pt idx="0">
                  <c:v>1000</c:v>
                </c:pt>
                <c:pt idx="1">
                  <c:v>1003</c:v>
                </c:pt>
                <c:pt idx="2">
                  <c:v>1005.77</c:v>
                </c:pt>
                <c:pt idx="3">
                  <c:v>1008.65</c:v>
                </c:pt>
                <c:pt idx="4">
                  <c:v>1011.47</c:v>
                </c:pt>
                <c:pt idx="5">
                  <c:v>1014.34</c:v>
                </c:pt>
                <c:pt idx="6">
                  <c:v>1017.11</c:v>
                </c:pt>
                <c:pt idx="7">
                  <c:v>1019.59</c:v>
                </c:pt>
                <c:pt idx="8">
                  <c:v>1022.33</c:v>
                </c:pt>
                <c:pt idx="9">
                  <c:v>1024.99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8"/>
      </c:catAx>
      <c:valAx>
        <c:axId val="2094734552"/>
        <c:scaling>
          <c:orientation val="minMax"/>
          <c:min val="858"/>
        </c:scaling>
        <c:delete val="0"/>
        <c:axPos val="l"/>
        <c:majorGridlines>
          <c:spPr>
            <a:ln w="381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737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645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" y="141732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" y="1828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8872" y="2011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" y="20756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Gestion Patrimonial S.A.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8872" y="224942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Fondo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51560" y="224942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77.155.267-6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8872" y="242316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18872" y="259689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Fondo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51560" y="25968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Inversión Privado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8872" y="2770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51560" y="277063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2020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8872" y="294436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Cámara Promedio (ICP)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8872" y="311810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Rescatable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051560" y="311810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8872" y="329184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Rescate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tardar 15 días corridos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8872" y="34655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051560" y="34655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 Crédito - Liquidez - Tasa de interés - Derivados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8872" y="3730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051560" y="37307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0,295% IVA Incluido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8872" y="399592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051560" y="3995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 C. de Bolsa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18872" y="4224528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" y="4315968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8872" y="4498848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" y="4562856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los recursos del fondo en instrumentos de deuda de corto y mediano plazo, en una cartera diversificada, obteniendo una rentabilidad igual o superior al ICP.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18872" y="5266944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" y="535838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8872" y="5541264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" y="560527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esperada del FIP VANTRUST LIQUIDEZ I, es la tasa de politica monetaria promedio del Banco Central de Chile.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18872" y="6309360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" y="6400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8872" y="6583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" y="664768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 a empresas y personas que buscan invertir sus excedentes de caja con una rentabilidad de corto plazo y baja tolerancia al riesgo.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18872" y="735177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Portafolio Manager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6040" y="502920"/>
            <a:ext cx="4818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CLP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06040" y="2240280"/>
            <a:ext cx="48188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I</a:t>
            </a:r>
            <a:endParaRPr lang="en-US" sz="750" dirty="0"/>
          </a:p>
        </p:txBody>
      </p:sp>
      <p:graphicFrame>
        <p:nvGraphicFramePr>
          <p:cNvPr id="47" name="Chart 0" descr=""/>
          <p:cNvGraphicFramePr/>
          <p:nvPr/>
        </p:nvGraphicFramePr>
        <p:xfrm>
          <a:off x="2606040" y="2414016"/>
          <a:ext cx="4818888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8" name="Text 45"/>
          <p:cNvSpPr/>
          <p:nvPr/>
        </p:nvSpPr>
        <p:spPr>
          <a:xfrm>
            <a:off x="2606040" y="4315968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Rentabilidad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2606040" y="457200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4645152"/>
          <a:ext cx="4818888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566928"/>
                <a:gridCol w="658368"/>
                <a:gridCol w="658368"/>
                <a:gridCol w="566928"/>
                <a:gridCol w="59436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(*)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(Benchmark)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-5,26%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1" name="Text 47"/>
          <p:cNvSpPr/>
          <p:nvPr/>
        </p:nvSpPr>
        <p:spPr>
          <a:xfrm>
            <a:off x="2606040" y="5422392"/>
            <a:ext cx="4818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correspondientes a la rentabilidad anualizada, no acumulada</a:t>
            </a:r>
            <a:endParaRPr lang="en-US" sz="600" dirty="0"/>
          </a:p>
        </p:txBody>
      </p:sp>
      <p:sp>
        <p:nvSpPr>
          <p:cNvPr id="52" name="Shape 48"/>
          <p:cNvSpPr/>
          <p:nvPr/>
        </p:nvSpPr>
        <p:spPr>
          <a:xfrm>
            <a:off x="2606040" y="5586984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5650992"/>
          <a:ext cx="4818888" cy="914400"/>
        </p:xfrm>
        <a:graphic>
          <a:graphicData uri="http://schemas.openxmlformats.org/drawingml/2006/table">
            <a:tbl>
              <a:tblPr/>
              <a:tblGrid>
                <a:gridCol w="201168"/>
                <a:gridCol w="841248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83464"/>
              </a:tblGrid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-41.44%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-93.32%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-7.91%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-12.50%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-5.47%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-36.63%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-63.64%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-71.43%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742.86%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166.95%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-8.50%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-3.86%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I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0241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" y="146304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Moneda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8872" y="164592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" y="171907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90472" y="171907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8872" y="191109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" y="200253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Instrumento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8872" y="218541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" y="225856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FMX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90472" y="225856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55,04%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8872" y="245059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90472" y="245059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33,45%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8872" y="264261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estructurada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90472" y="2642616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8,84%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8872" y="2834640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490472" y="2834640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2,67%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18872" y="3026664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" y="311810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Duración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18872" y="3300984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" y="337413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días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90472" y="3374136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78,10%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8872" y="3566160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31 y 90 días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490472" y="3566160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19,23%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8872" y="3758184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91 y 120 días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490472" y="3758184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2,67%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8872" y="395020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y 2 años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490472" y="395020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06040" y="50292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riesgo de una variación adversa en el precio o tasa de mercado en los instrumentos en que invierte el Fondo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06040" y="92354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06040" y="134416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a la capacidad de generación de recursos del Fondo para cumplir con sus obligaciones de rescate o vencimiento del mismo.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606040" y="176479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Profundidad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la posibilidad de comprar o vender un activo financiero al valor de mercado en un período de tiempo acorde a las características del instrumento. Períodos de alta volatilidad de mercado afectan negativamente estos tiempos.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06040" y="2185416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Tasa de interés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pérdidas ocasionadas por cambios adversos en las tasas de interés de mercado y que afecten el valor de los instrumentos, contratos y demás operaciones registradas en el balance.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606040" y="260604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Moneda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06040" y="302666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Sectorial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está asociado a condiciones de mercado adversas que pueden afectar a un sector industrial en particular y por ende la rentabilidad del Fondo.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606040" y="344728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 a los gastos directos e indirectos necesarios para el correcto funcionamiento del fondo los que están detallados en el Reglamento Interno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06040" y="386791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Ingreso y Pago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en que el inversionista entra al fondo es aportando pesos chilenos, y al rescate de las cuotas, el fondo le entrega pesos chilenos.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606040" y="4361688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6040" y="4489704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606040" y="4745736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6040" y="4837176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2026-05-17T02:52:11Z</dcterms:created>
  <dcterms:modified xsi:type="dcterms:W3CDTF">2026-05-17T02:52:11Z</dcterms:modified>
</cp:coreProperties>
</file>