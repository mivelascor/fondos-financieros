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Sheet1!$A$2:$A$74</c:f>
              <c:multiLvlStrCache>
                <c:ptCount val="73"/>
                <c:lvl>
                  <c:pt idx="0">
                    <c:v>Apr 2020</c:v>
                  </c:pt>
                  <c:pt idx="1">
                    <c:v>May 2020</c:v>
                  </c:pt>
                  <c:pt idx="2">
                    <c:v>Jun 2020</c:v>
                  </c:pt>
                  <c:pt idx="3">
                    <c:v>Jul 2020</c:v>
                  </c:pt>
                  <c:pt idx="4">
                    <c:v>Aug 2020</c:v>
                  </c:pt>
                  <c:pt idx="5">
                    <c:v>Sep 2020</c:v>
                  </c:pt>
                  <c:pt idx="6">
                    <c:v>Oct 2020</c:v>
                  </c:pt>
                  <c:pt idx="7">
                    <c:v>Nov 2020</c:v>
                  </c:pt>
                  <c:pt idx="8">
                    <c:v>Dec 2020</c:v>
                  </c:pt>
                  <c:pt idx="9">
                    <c:v>Jan 2021</c:v>
                  </c:pt>
                  <c:pt idx="10">
                    <c:v>Feb 2021</c:v>
                  </c:pt>
                  <c:pt idx="11">
                    <c:v>Mar 2021</c:v>
                  </c:pt>
                  <c:pt idx="12">
                    <c:v>Apr 2021</c:v>
                  </c:pt>
                  <c:pt idx="13">
                    <c:v>May 2021</c:v>
                  </c:pt>
                  <c:pt idx="14">
                    <c:v>Jun 2021</c:v>
                  </c:pt>
                  <c:pt idx="15">
                    <c:v>Jul 2021</c:v>
                  </c:pt>
                  <c:pt idx="16">
                    <c:v>Aug 2021</c:v>
                  </c:pt>
                  <c:pt idx="17">
                    <c:v>Sep 2021</c:v>
                  </c:pt>
                  <c:pt idx="18">
                    <c:v>Oct 2021</c:v>
                  </c:pt>
                  <c:pt idx="19">
                    <c:v>Nov 2021</c:v>
                  </c:pt>
                  <c:pt idx="20">
                    <c:v>Dec 2021</c:v>
                  </c:pt>
                  <c:pt idx="21">
                    <c:v>Jan 2022</c:v>
                  </c:pt>
                  <c:pt idx="22">
                    <c:v>Feb 2022</c:v>
                  </c:pt>
                  <c:pt idx="23">
                    <c:v>Mar 2022</c:v>
                  </c:pt>
                  <c:pt idx="24">
                    <c:v>Apr 2022</c:v>
                  </c:pt>
                  <c:pt idx="25">
                    <c:v>May 2022</c:v>
                  </c:pt>
                  <c:pt idx="26">
                    <c:v>Jun 2022</c:v>
                  </c:pt>
                  <c:pt idx="27">
                    <c:v>Jul 2022</c:v>
                  </c:pt>
                  <c:pt idx="28">
                    <c:v>Aug 2022</c:v>
                  </c:pt>
                  <c:pt idx="29">
                    <c:v>Sep 2022</c:v>
                  </c:pt>
                  <c:pt idx="30">
                    <c:v>Oct 2022</c:v>
                  </c:pt>
                  <c:pt idx="31">
                    <c:v>Nov 2022</c:v>
                  </c:pt>
                  <c:pt idx="32">
                    <c:v>Dec 2022</c:v>
                  </c:pt>
                  <c:pt idx="33">
                    <c:v>Jan 2023</c:v>
                  </c:pt>
                  <c:pt idx="34">
                    <c:v>Feb 2023</c:v>
                  </c:pt>
                  <c:pt idx="35">
                    <c:v>Mar 2023</c:v>
                  </c:pt>
                  <c:pt idx="36">
                    <c:v>Apr 2023</c:v>
                  </c:pt>
                  <c:pt idx="37">
                    <c:v>May 2023</c:v>
                  </c:pt>
                  <c:pt idx="38">
                    <c:v>Jun 2023</c:v>
                  </c:pt>
                  <c:pt idx="39">
                    <c:v>Jul 2023</c:v>
                  </c:pt>
                  <c:pt idx="40">
                    <c:v>Aug 2023</c:v>
                  </c:pt>
                  <c:pt idx="41">
                    <c:v>Sep 2023</c:v>
                  </c:pt>
                  <c:pt idx="42">
                    <c:v>Oct 2023</c:v>
                  </c:pt>
                  <c:pt idx="43">
                    <c:v>Nov 2023</c:v>
                  </c:pt>
                  <c:pt idx="44">
                    <c:v>Dec 2023</c:v>
                  </c:pt>
                  <c:pt idx="45">
                    <c:v>Jan 2024</c:v>
                  </c:pt>
                  <c:pt idx="46">
                    <c:v>Feb 2024</c:v>
                  </c:pt>
                  <c:pt idx="47">
                    <c:v>Mar 2024</c:v>
                  </c:pt>
                  <c:pt idx="48">
                    <c:v>Apr 2024</c:v>
                  </c:pt>
                  <c:pt idx="49">
                    <c:v>May 2024</c:v>
                  </c:pt>
                  <c:pt idx="50">
                    <c:v>Jun 2024</c:v>
                  </c:pt>
                  <c:pt idx="51">
                    <c:v>Jul 2024</c:v>
                  </c:pt>
                  <c:pt idx="52">
                    <c:v>Aug 2024</c:v>
                  </c:pt>
                  <c:pt idx="53">
                    <c:v>Sep 2024</c:v>
                  </c:pt>
                  <c:pt idx="54">
                    <c:v>Oct 2024</c:v>
                  </c:pt>
                  <c:pt idx="55">
                    <c:v>Nov 2024</c:v>
                  </c:pt>
                  <c:pt idx="56">
                    <c:v>Dec 2024</c:v>
                  </c:pt>
                  <c:pt idx="57">
                    <c:v>Jan 2025</c:v>
                  </c:pt>
                  <c:pt idx="58">
                    <c:v>Feb 2025</c:v>
                  </c:pt>
                  <c:pt idx="59">
                    <c:v>Mar 2025</c:v>
                  </c:pt>
                  <c:pt idx="60">
                    <c:v>Apr 2025</c:v>
                  </c:pt>
                  <c:pt idx="61">
                    <c:v>May 2025</c:v>
                  </c:pt>
                  <c:pt idx="62">
                    <c:v>Jun 2025</c:v>
                  </c:pt>
                  <c:pt idx="63">
                    <c:v>Jul 2025</c:v>
                  </c:pt>
                  <c:pt idx="64">
                    <c:v>Aug 2025</c:v>
                  </c:pt>
                  <c:pt idx="65">
                    <c:v>Sep 2025</c:v>
                  </c:pt>
                  <c:pt idx="66">
                    <c:v>Oct 2025</c:v>
                  </c:pt>
                  <c:pt idx="67">
                    <c:v>Nov 2025</c:v>
                  </c:pt>
                  <c:pt idx="68">
                    <c:v>Dec 2025</c:v>
                  </c:pt>
                  <c:pt idx="69">
                    <c:v>Jan 2026</c:v>
                  </c:pt>
                  <c:pt idx="70">
                    <c:v>Feb 2026</c:v>
                  </c:pt>
                  <c:pt idx="71">
                    <c:v>Mar 2026</c:v>
                  </c:pt>
                  <c:pt idx="72">
                    <c:v>Apr 2026</c:v>
                  </c:pt>
                </c:lvl>
              </c:multiLvlStrCache>
            </c:multiLvlStrRef>
          </c:cat>
          <c:val>
            <c:numRef>
              <c:f>Sheet1!$B$2:$B$74</c:f>
              <c:numCache>
                <c:formatCode>General</c:formatCode>
                <c:ptCount val="73"/>
                <c:pt idx="0">
                  <c:v>100</c:v>
                </c:pt>
                <c:pt idx="1">
                  <c:v>100.04</c:v>
                </c:pt>
                <c:pt idx="2">
                  <c:v>100.08</c:v>
                </c:pt>
                <c:pt idx="3">
                  <c:v>100.12</c:v>
                </c:pt>
                <c:pt idx="4">
                  <c:v>100.16</c:v>
                </c:pt>
                <c:pt idx="5">
                  <c:v>100.2</c:v>
                </c:pt>
                <c:pt idx="6">
                  <c:v>100.24</c:v>
                </c:pt>
                <c:pt idx="7">
                  <c:v>100.27</c:v>
                </c:pt>
                <c:pt idx="8">
                  <c:v>100.31</c:v>
                </c:pt>
                <c:pt idx="9">
                  <c:v>100.34</c:v>
                </c:pt>
                <c:pt idx="10">
                  <c:v>100.36</c:v>
                </c:pt>
                <c:pt idx="11">
                  <c:v>100.39</c:v>
                </c:pt>
                <c:pt idx="12">
                  <c:v>100.42</c:v>
                </c:pt>
                <c:pt idx="13">
                  <c:v>100.44</c:v>
                </c:pt>
                <c:pt idx="14">
                  <c:v>100.47</c:v>
                </c:pt>
                <c:pt idx="15">
                  <c:v>100.52</c:v>
                </c:pt>
                <c:pt idx="16">
                  <c:v>100.58</c:v>
                </c:pt>
                <c:pt idx="17">
                  <c:v>100.71</c:v>
                </c:pt>
                <c:pt idx="18">
                  <c:v>100.92</c:v>
                </c:pt>
                <c:pt idx="19">
                  <c:v>101.13</c:v>
                </c:pt>
                <c:pt idx="20">
                  <c:v>101.46</c:v>
                </c:pt>
                <c:pt idx="21">
                  <c:v>101.8</c:v>
                </c:pt>
                <c:pt idx="22">
                  <c:v>102.24</c:v>
                </c:pt>
                <c:pt idx="23">
                  <c:v>102.74</c:v>
                </c:pt>
                <c:pt idx="24">
                  <c:v>103.3</c:v>
                </c:pt>
                <c:pt idx="25">
                  <c:v>104.03</c:v>
                </c:pt>
                <c:pt idx="26">
                  <c:v>104.8</c:v>
                </c:pt>
                <c:pt idx="27">
                  <c:v>105.59</c:v>
                </c:pt>
                <c:pt idx="28">
                  <c:v>106.54</c:v>
                </c:pt>
                <c:pt idx="29">
                  <c:v>107.48</c:v>
                </c:pt>
                <c:pt idx="30">
                  <c:v>108.4</c:v>
                </c:pt>
                <c:pt idx="31">
                  <c:v>109.52</c:v>
                </c:pt>
                <c:pt idx="32">
                  <c:v>110.56</c:v>
                </c:pt>
                <c:pt idx="33">
                  <c:v>111.67</c:v>
                </c:pt>
                <c:pt idx="34">
                  <c:v>112.65</c:v>
                </c:pt>
                <c:pt idx="35">
                  <c:v>113.74</c:v>
                </c:pt>
                <c:pt idx="36">
                  <c:v>114.74</c:v>
                </c:pt>
                <c:pt idx="37">
                  <c:v>115.93</c:v>
                </c:pt>
                <c:pt idx="38">
                  <c:v>117.02</c:v>
                </c:pt>
                <c:pt idx="39">
                  <c:v>118.16</c:v>
                </c:pt>
                <c:pt idx="40">
                  <c:v>119.21</c:v>
                </c:pt>
                <c:pt idx="41">
                  <c:v>120.14</c:v>
                </c:pt>
                <c:pt idx="42">
                  <c:v>121.15</c:v>
                </c:pt>
                <c:pt idx="43">
                  <c:v>122.07</c:v>
                </c:pt>
                <c:pt idx="44">
                  <c:v>122.93</c:v>
                </c:pt>
                <c:pt idx="45">
                  <c:v>123.84</c:v>
                </c:pt>
                <c:pt idx="46">
                  <c:v>124.59</c:v>
                </c:pt>
                <c:pt idx="47">
                  <c:v>125.3</c:v>
                </c:pt>
                <c:pt idx="48">
                  <c:v>126.06</c:v>
                </c:pt>
                <c:pt idx="49">
                  <c:v>126.75</c:v>
                </c:pt>
                <c:pt idx="50">
                  <c:v>127.34</c:v>
                </c:pt>
                <c:pt idx="51">
                  <c:v>128.01</c:v>
                </c:pt>
                <c:pt idx="52">
                  <c:v>128.63</c:v>
                </c:pt>
                <c:pt idx="53">
                  <c:v>129.24</c:v>
                </c:pt>
                <c:pt idx="54">
                  <c:v>129.83</c:v>
                </c:pt>
                <c:pt idx="55">
                  <c:v>130.39</c:v>
                </c:pt>
                <c:pt idx="56">
                  <c:v>130.97</c:v>
                </c:pt>
                <c:pt idx="57">
                  <c:v>131.56</c:v>
                </c:pt>
                <c:pt idx="58">
                  <c:v>132.07</c:v>
                </c:pt>
                <c:pt idx="59">
                  <c:v>132.64</c:v>
                </c:pt>
                <c:pt idx="60">
                  <c:v>133.19</c:v>
                </c:pt>
                <c:pt idx="61">
                  <c:v>133.75</c:v>
                </c:pt>
                <c:pt idx="62">
                  <c:v>134.33</c:v>
                </c:pt>
                <c:pt idx="63">
                  <c:v>134.91</c:v>
                </c:pt>
                <c:pt idx="64">
                  <c:v>135.42</c:v>
                </c:pt>
                <c:pt idx="65">
                  <c:v>136</c:v>
                </c:pt>
                <c:pt idx="66">
                  <c:v>136.53</c:v>
                </c:pt>
                <c:pt idx="67">
                  <c:v>137.06</c:v>
                </c:pt>
                <c:pt idx="68">
                  <c:v>137.63</c:v>
                </c:pt>
                <c:pt idx="69">
                  <c:v>138.16</c:v>
                </c:pt>
                <c:pt idx="70">
                  <c:v>138.66</c:v>
                </c:pt>
                <c:pt idx="71">
                  <c:v>139.2</c:v>
                </c:pt>
                <c:pt idx="72">
                  <c:v>139.72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I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Sheet1!$A$2:$A$74</c:f>
              <c:multiLvlStrCache>
                <c:ptCount val="73"/>
                <c:lvl>
                  <c:pt idx="0">
                    <c:v>Apr 2020</c:v>
                  </c:pt>
                  <c:pt idx="1">
                    <c:v>May 2020</c:v>
                  </c:pt>
                  <c:pt idx="2">
                    <c:v>Jun 2020</c:v>
                  </c:pt>
                  <c:pt idx="3">
                    <c:v>Jul 2020</c:v>
                  </c:pt>
                  <c:pt idx="4">
                    <c:v>Aug 2020</c:v>
                  </c:pt>
                  <c:pt idx="5">
                    <c:v>Sep 2020</c:v>
                  </c:pt>
                  <c:pt idx="6">
                    <c:v>Oct 2020</c:v>
                  </c:pt>
                  <c:pt idx="7">
                    <c:v>Nov 2020</c:v>
                  </c:pt>
                  <c:pt idx="8">
                    <c:v>Dec 2020</c:v>
                  </c:pt>
                  <c:pt idx="9">
                    <c:v>Jan 2021</c:v>
                  </c:pt>
                  <c:pt idx="10">
                    <c:v>Feb 2021</c:v>
                  </c:pt>
                  <c:pt idx="11">
                    <c:v>Mar 2021</c:v>
                  </c:pt>
                  <c:pt idx="12">
                    <c:v>Apr 2021</c:v>
                  </c:pt>
                  <c:pt idx="13">
                    <c:v>May 2021</c:v>
                  </c:pt>
                  <c:pt idx="14">
                    <c:v>Jun 2021</c:v>
                  </c:pt>
                  <c:pt idx="15">
                    <c:v>Jul 2021</c:v>
                  </c:pt>
                  <c:pt idx="16">
                    <c:v>Aug 2021</c:v>
                  </c:pt>
                  <c:pt idx="17">
                    <c:v>Sep 2021</c:v>
                  </c:pt>
                  <c:pt idx="18">
                    <c:v>Oct 2021</c:v>
                  </c:pt>
                  <c:pt idx="19">
                    <c:v>Nov 2021</c:v>
                  </c:pt>
                  <c:pt idx="20">
                    <c:v>Dec 2021</c:v>
                  </c:pt>
                  <c:pt idx="21">
                    <c:v>Jan 2022</c:v>
                  </c:pt>
                  <c:pt idx="22">
                    <c:v>Feb 2022</c:v>
                  </c:pt>
                  <c:pt idx="23">
                    <c:v>Mar 2022</c:v>
                  </c:pt>
                  <c:pt idx="24">
                    <c:v>Apr 2022</c:v>
                  </c:pt>
                  <c:pt idx="25">
                    <c:v>May 2022</c:v>
                  </c:pt>
                  <c:pt idx="26">
                    <c:v>Jun 2022</c:v>
                  </c:pt>
                  <c:pt idx="27">
                    <c:v>Jul 2022</c:v>
                  </c:pt>
                  <c:pt idx="28">
                    <c:v>Aug 2022</c:v>
                  </c:pt>
                  <c:pt idx="29">
                    <c:v>Sep 2022</c:v>
                  </c:pt>
                  <c:pt idx="30">
                    <c:v>Oct 2022</c:v>
                  </c:pt>
                  <c:pt idx="31">
                    <c:v>Nov 2022</c:v>
                  </c:pt>
                  <c:pt idx="32">
                    <c:v>Dec 2022</c:v>
                  </c:pt>
                  <c:pt idx="33">
                    <c:v>Jan 2023</c:v>
                  </c:pt>
                  <c:pt idx="34">
                    <c:v>Feb 2023</c:v>
                  </c:pt>
                  <c:pt idx="35">
                    <c:v>Mar 2023</c:v>
                  </c:pt>
                  <c:pt idx="36">
                    <c:v>Apr 2023</c:v>
                  </c:pt>
                  <c:pt idx="37">
                    <c:v>May 2023</c:v>
                  </c:pt>
                  <c:pt idx="38">
                    <c:v>Jun 2023</c:v>
                  </c:pt>
                  <c:pt idx="39">
                    <c:v>Jul 2023</c:v>
                  </c:pt>
                  <c:pt idx="40">
                    <c:v>Aug 2023</c:v>
                  </c:pt>
                  <c:pt idx="41">
                    <c:v>Sep 2023</c:v>
                  </c:pt>
                  <c:pt idx="42">
                    <c:v>Oct 2023</c:v>
                  </c:pt>
                  <c:pt idx="43">
                    <c:v>Nov 2023</c:v>
                  </c:pt>
                  <c:pt idx="44">
                    <c:v>Dec 2023</c:v>
                  </c:pt>
                  <c:pt idx="45">
                    <c:v>Jan 2024</c:v>
                  </c:pt>
                  <c:pt idx="46">
                    <c:v>Feb 2024</c:v>
                  </c:pt>
                  <c:pt idx="47">
                    <c:v>Mar 2024</c:v>
                  </c:pt>
                  <c:pt idx="48">
                    <c:v>Apr 2024</c:v>
                  </c:pt>
                  <c:pt idx="49">
                    <c:v>May 2024</c:v>
                  </c:pt>
                  <c:pt idx="50">
                    <c:v>Jun 2024</c:v>
                  </c:pt>
                  <c:pt idx="51">
                    <c:v>Jul 2024</c:v>
                  </c:pt>
                  <c:pt idx="52">
                    <c:v>Aug 2024</c:v>
                  </c:pt>
                  <c:pt idx="53">
                    <c:v>Sep 2024</c:v>
                  </c:pt>
                  <c:pt idx="54">
                    <c:v>Oct 2024</c:v>
                  </c:pt>
                  <c:pt idx="55">
                    <c:v>Nov 2024</c:v>
                  </c:pt>
                  <c:pt idx="56">
                    <c:v>Dec 2024</c:v>
                  </c:pt>
                  <c:pt idx="57">
                    <c:v>Jan 2025</c:v>
                  </c:pt>
                  <c:pt idx="58">
                    <c:v>Feb 2025</c:v>
                  </c:pt>
                  <c:pt idx="59">
                    <c:v>Mar 2025</c:v>
                  </c:pt>
                  <c:pt idx="60">
                    <c:v>Apr 2025</c:v>
                  </c:pt>
                  <c:pt idx="61">
                    <c:v>May 2025</c:v>
                  </c:pt>
                  <c:pt idx="62">
                    <c:v>Jun 2025</c:v>
                  </c:pt>
                  <c:pt idx="63">
                    <c:v>Jul 2025</c:v>
                  </c:pt>
                  <c:pt idx="64">
                    <c:v>Aug 2025</c:v>
                  </c:pt>
                  <c:pt idx="65">
                    <c:v>Sep 2025</c:v>
                  </c:pt>
                  <c:pt idx="66">
                    <c:v>Oct 2025</c:v>
                  </c:pt>
                  <c:pt idx="67">
                    <c:v>Nov 2025</c:v>
                  </c:pt>
                  <c:pt idx="68">
                    <c:v>Dec 2025</c:v>
                  </c:pt>
                  <c:pt idx="69">
                    <c:v>Jan 2026</c:v>
                  </c:pt>
                  <c:pt idx="70">
                    <c:v>Feb 2026</c:v>
                  </c:pt>
                  <c:pt idx="71">
                    <c:v>Mar 2026</c:v>
                  </c:pt>
                  <c:pt idx="72">
                    <c:v>Apr 2026</c:v>
                  </c:pt>
                </c:lvl>
              </c:multiLvlStrCache>
            </c:multiLvlStrRef>
          </c:cat>
          <c:val>
            <c:numRef>
              <c:f>Sheet1!$C$2:$C$74</c:f>
              <c:numCache>
                <c:formatCode>General</c:formatCode>
                <c:ptCount val="73"/>
                <c:pt idx="0">
                  <c:v>100</c:v>
                </c:pt>
                <c:pt idx="1">
                  <c:v>100.19</c:v>
                </c:pt>
                <c:pt idx="2">
                  <c:v>100.47</c:v>
                </c:pt>
                <c:pt idx="3">
                  <c:v>100.71</c:v>
                </c:pt>
                <c:pt idx="4">
                  <c:v>100.92</c:v>
                </c:pt>
                <c:pt idx="5">
                  <c:v>101.16</c:v>
                </c:pt>
                <c:pt idx="6">
                  <c:v>101.43</c:v>
                </c:pt>
                <c:pt idx="7">
                  <c:v>101.68</c:v>
                </c:pt>
                <c:pt idx="8">
                  <c:v>101.89</c:v>
                </c:pt>
                <c:pt idx="9">
                  <c:v>102.09</c:v>
                </c:pt>
                <c:pt idx="10">
                  <c:v>102.26</c:v>
                </c:pt>
                <c:pt idx="11">
                  <c:v>102.42</c:v>
                </c:pt>
                <c:pt idx="12">
                  <c:v>102.57</c:v>
                </c:pt>
                <c:pt idx="13">
                  <c:v>102.76</c:v>
                </c:pt>
                <c:pt idx="14">
                  <c:v>102.9</c:v>
                </c:pt>
                <c:pt idx="15">
                  <c:v>103.08</c:v>
                </c:pt>
                <c:pt idx="16">
                  <c:v>103.2</c:v>
                </c:pt>
                <c:pt idx="17">
                  <c:v>103.36</c:v>
                </c:pt>
                <c:pt idx="18">
                  <c:v>103.51</c:v>
                </c:pt>
                <c:pt idx="19">
                  <c:v>103.68</c:v>
                </c:pt>
                <c:pt idx="20">
                  <c:v>103.93</c:v>
                </c:pt>
                <c:pt idx="21">
                  <c:v>104.29</c:v>
                </c:pt>
                <c:pt idx="22">
                  <c:v>104.72</c:v>
                </c:pt>
                <c:pt idx="23">
                  <c:v>105.2</c:v>
                </c:pt>
                <c:pt idx="24">
                  <c:v>105.87</c:v>
                </c:pt>
                <c:pt idx="25">
                  <c:v>106.73</c:v>
                </c:pt>
                <c:pt idx="26">
                  <c:v>107.57</c:v>
                </c:pt>
                <c:pt idx="27">
                  <c:v>108.45</c:v>
                </c:pt>
                <c:pt idx="28">
                  <c:v>109.4</c:v>
                </c:pt>
                <c:pt idx="29">
                  <c:v>110.35</c:v>
                </c:pt>
                <c:pt idx="30">
                  <c:v>111.37</c:v>
                </c:pt>
                <c:pt idx="31">
                  <c:v>112.6</c:v>
                </c:pt>
                <c:pt idx="32">
                  <c:v>113.73</c:v>
                </c:pt>
                <c:pt idx="33">
                  <c:v>115.01</c:v>
                </c:pt>
                <c:pt idx="34">
                  <c:v>116.19</c:v>
                </c:pt>
                <c:pt idx="35">
                  <c:v>117.43</c:v>
                </c:pt>
                <c:pt idx="36">
                  <c:v>118.59</c:v>
                </c:pt>
                <c:pt idx="37">
                  <c:v>119.93</c:v>
                </c:pt>
                <c:pt idx="38">
                  <c:v>121.16</c:v>
                </c:pt>
                <c:pt idx="39">
                  <c:v>122.46</c:v>
                </c:pt>
                <c:pt idx="40">
                  <c:v>123.65</c:v>
                </c:pt>
                <c:pt idx="41">
                  <c:v>124.79</c:v>
                </c:pt>
                <c:pt idx="42">
                  <c:v>125.94</c:v>
                </c:pt>
                <c:pt idx="43">
                  <c:v>127.03</c:v>
                </c:pt>
                <c:pt idx="44">
                  <c:v>128.08</c:v>
                </c:pt>
                <c:pt idx="45">
                  <c:v>129.15</c:v>
                </c:pt>
                <c:pt idx="46">
                  <c:v>130.02</c:v>
                </c:pt>
                <c:pt idx="47">
                  <c:v>130.81</c:v>
                </c:pt>
                <c:pt idx="48">
                  <c:v>131.72</c:v>
                </c:pt>
                <c:pt idx="49">
                  <c:v>132.52</c:v>
                </c:pt>
                <c:pt idx="50">
                  <c:v>133.24</c:v>
                </c:pt>
                <c:pt idx="51">
                  <c:v>133.91</c:v>
                </c:pt>
                <c:pt idx="52">
                  <c:v>134.65</c:v>
                </c:pt>
                <c:pt idx="53">
                  <c:v>135.36</c:v>
                </c:pt>
                <c:pt idx="54">
                  <c:v>136.03</c:v>
                </c:pt>
                <c:pt idx="55">
                  <c:v>136.72</c:v>
                </c:pt>
                <c:pt idx="56">
                  <c:v>137.37</c:v>
                </c:pt>
                <c:pt idx="57">
                  <c:v>138.01</c:v>
                </c:pt>
                <c:pt idx="58">
                  <c:v>138.66</c:v>
                </c:pt>
                <c:pt idx="59">
                  <c:v>139.49</c:v>
                </c:pt>
                <c:pt idx="60">
                  <c:v>140.37</c:v>
                </c:pt>
                <c:pt idx="61">
                  <c:v>141.26</c:v>
                </c:pt>
                <c:pt idx="62">
                  <c:v>142.08</c:v>
                </c:pt>
                <c:pt idx="63">
                  <c:v>142.87</c:v>
                </c:pt>
                <c:pt idx="64">
                  <c:v>143.7</c:v>
                </c:pt>
                <c:pt idx="65">
                  <c:v>144.48</c:v>
                </c:pt>
                <c:pt idx="66">
                  <c:v>145.28</c:v>
                </c:pt>
                <c:pt idx="67">
                  <c:v>146.09</c:v>
                </c:pt>
                <c:pt idx="68">
                  <c:v>146.92</c:v>
                </c:pt>
                <c:pt idx="69">
                  <c:v>147.77</c:v>
                </c:pt>
                <c:pt idx="70">
                  <c:v>148.57</c:v>
                </c:pt>
                <c:pt idx="71">
                  <c:v>149.45</c:v>
                </c:pt>
                <c:pt idx="72">
                  <c:v>150.33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Sheet1!$A$2:$A$74</c:f>
              <c:multiLvlStrCache>
                <c:ptCount val="73"/>
                <c:lvl>
                  <c:pt idx="0">
                    <c:v>Apr 2020</c:v>
                  </c:pt>
                  <c:pt idx="1">
                    <c:v>May 2020</c:v>
                  </c:pt>
                  <c:pt idx="2">
                    <c:v>Jun 2020</c:v>
                  </c:pt>
                  <c:pt idx="3">
                    <c:v>Jul 2020</c:v>
                  </c:pt>
                  <c:pt idx="4">
                    <c:v>Aug 2020</c:v>
                  </c:pt>
                  <c:pt idx="5">
                    <c:v>Sep 2020</c:v>
                  </c:pt>
                  <c:pt idx="6">
                    <c:v>Oct 2020</c:v>
                  </c:pt>
                  <c:pt idx="7">
                    <c:v>Nov 2020</c:v>
                  </c:pt>
                  <c:pt idx="8">
                    <c:v>Dec 2020</c:v>
                  </c:pt>
                  <c:pt idx="9">
                    <c:v>Jan 2021</c:v>
                  </c:pt>
                  <c:pt idx="10">
                    <c:v>Feb 2021</c:v>
                  </c:pt>
                  <c:pt idx="11">
                    <c:v>Mar 2021</c:v>
                  </c:pt>
                  <c:pt idx="12">
                    <c:v>Apr 2021</c:v>
                  </c:pt>
                  <c:pt idx="13">
                    <c:v>May 2021</c:v>
                  </c:pt>
                  <c:pt idx="14">
                    <c:v>Jun 2021</c:v>
                  </c:pt>
                  <c:pt idx="15">
                    <c:v>Jul 2021</c:v>
                  </c:pt>
                  <c:pt idx="16">
                    <c:v>Aug 2021</c:v>
                  </c:pt>
                  <c:pt idx="17">
                    <c:v>Sep 2021</c:v>
                  </c:pt>
                  <c:pt idx="18">
                    <c:v>Oct 2021</c:v>
                  </c:pt>
                  <c:pt idx="19">
                    <c:v>Nov 2021</c:v>
                  </c:pt>
                  <c:pt idx="20">
                    <c:v>Dec 2021</c:v>
                  </c:pt>
                  <c:pt idx="21">
                    <c:v>Jan 2022</c:v>
                  </c:pt>
                  <c:pt idx="22">
                    <c:v>Feb 2022</c:v>
                  </c:pt>
                  <c:pt idx="23">
                    <c:v>Mar 2022</c:v>
                  </c:pt>
                  <c:pt idx="24">
                    <c:v>Apr 2022</c:v>
                  </c:pt>
                  <c:pt idx="25">
                    <c:v>May 2022</c:v>
                  </c:pt>
                  <c:pt idx="26">
                    <c:v>Jun 2022</c:v>
                  </c:pt>
                  <c:pt idx="27">
                    <c:v>Jul 2022</c:v>
                  </c:pt>
                  <c:pt idx="28">
                    <c:v>Aug 2022</c:v>
                  </c:pt>
                  <c:pt idx="29">
                    <c:v>Sep 2022</c:v>
                  </c:pt>
                  <c:pt idx="30">
                    <c:v>Oct 2022</c:v>
                  </c:pt>
                  <c:pt idx="31">
                    <c:v>Nov 2022</c:v>
                  </c:pt>
                  <c:pt idx="32">
                    <c:v>Dec 2022</c:v>
                  </c:pt>
                  <c:pt idx="33">
                    <c:v>Jan 2023</c:v>
                  </c:pt>
                  <c:pt idx="34">
                    <c:v>Feb 2023</c:v>
                  </c:pt>
                  <c:pt idx="35">
                    <c:v>Mar 2023</c:v>
                  </c:pt>
                  <c:pt idx="36">
                    <c:v>Apr 2023</c:v>
                  </c:pt>
                  <c:pt idx="37">
                    <c:v>May 2023</c:v>
                  </c:pt>
                  <c:pt idx="38">
                    <c:v>Jun 2023</c:v>
                  </c:pt>
                  <c:pt idx="39">
                    <c:v>Jul 2023</c:v>
                  </c:pt>
                  <c:pt idx="40">
                    <c:v>Aug 2023</c:v>
                  </c:pt>
                  <c:pt idx="41">
                    <c:v>Sep 2023</c:v>
                  </c:pt>
                  <c:pt idx="42">
                    <c:v>Oct 2023</c:v>
                  </c:pt>
                  <c:pt idx="43">
                    <c:v>Nov 2023</c:v>
                  </c:pt>
                  <c:pt idx="44">
                    <c:v>Dec 2023</c:v>
                  </c:pt>
                  <c:pt idx="45">
                    <c:v>Jan 2024</c:v>
                  </c:pt>
                  <c:pt idx="46">
                    <c:v>Feb 2024</c:v>
                  </c:pt>
                  <c:pt idx="47">
                    <c:v>Mar 2024</c:v>
                  </c:pt>
                  <c:pt idx="48">
                    <c:v>Apr 2024</c:v>
                  </c:pt>
                  <c:pt idx="49">
                    <c:v>May 2024</c:v>
                  </c:pt>
                  <c:pt idx="50">
                    <c:v>Jun 2024</c:v>
                  </c:pt>
                  <c:pt idx="51">
                    <c:v>Jul 2024</c:v>
                  </c:pt>
                  <c:pt idx="52">
                    <c:v>Aug 2024</c:v>
                  </c:pt>
                  <c:pt idx="53">
                    <c:v>Sep 2024</c:v>
                  </c:pt>
                  <c:pt idx="54">
                    <c:v>Oct 2024</c:v>
                  </c:pt>
                  <c:pt idx="55">
                    <c:v>Nov 2024</c:v>
                  </c:pt>
                  <c:pt idx="56">
                    <c:v>Dec 2024</c:v>
                  </c:pt>
                  <c:pt idx="57">
                    <c:v>Jan 2025</c:v>
                  </c:pt>
                  <c:pt idx="58">
                    <c:v>Feb 2025</c:v>
                  </c:pt>
                  <c:pt idx="59">
                    <c:v>Mar 2025</c:v>
                  </c:pt>
                  <c:pt idx="60">
                    <c:v>Apr 2025</c:v>
                  </c:pt>
                  <c:pt idx="61">
                    <c:v>May 2025</c:v>
                  </c:pt>
                  <c:pt idx="62">
                    <c:v>Jun 2025</c:v>
                  </c:pt>
                  <c:pt idx="63">
                    <c:v>Jul 2025</c:v>
                  </c:pt>
                  <c:pt idx="64">
                    <c:v>Aug 2025</c:v>
                  </c:pt>
                  <c:pt idx="65">
                    <c:v>Sep 2025</c:v>
                  </c:pt>
                  <c:pt idx="66">
                    <c:v>Oct 2025</c:v>
                  </c:pt>
                  <c:pt idx="67">
                    <c:v>Nov 2025</c:v>
                  </c:pt>
                  <c:pt idx="68">
                    <c:v>Dec 2025</c:v>
                  </c:pt>
                  <c:pt idx="69">
                    <c:v>Jan 2026</c:v>
                  </c:pt>
                  <c:pt idx="70">
                    <c:v>Feb 2026</c:v>
                  </c:pt>
                  <c:pt idx="71">
                    <c:v>Mar 2026</c:v>
                  </c:pt>
                  <c:pt idx="72">
                    <c:v>Apr 2026</c:v>
                  </c:pt>
                </c:lvl>
              </c:multiLvlStrCache>
            </c:multiLvlStrRef>
          </c:cat>
          <c:val>
            <c:numRef>
              <c:f>Sheet1!$D$2:$D$74</c:f>
              <c:numCache>
                <c:formatCode>General</c:formatCode>
                <c:ptCount val="73"/>
                <c:pt idx="0">
                  <c:v>100</c:v>
                </c:pt>
                <c:pt idx="1">
                  <c:v>100.02</c:v>
                </c:pt>
                <c:pt idx="2">
                  <c:v>100.03</c:v>
                </c:pt>
                <c:pt idx="3">
                  <c:v>100.04</c:v>
                </c:pt>
                <c:pt idx="4">
                  <c:v>100.06</c:v>
                </c:pt>
                <c:pt idx="5">
                  <c:v>100.07</c:v>
                </c:pt>
                <c:pt idx="6">
                  <c:v>100.08</c:v>
                </c:pt>
                <c:pt idx="7">
                  <c:v>100.08</c:v>
                </c:pt>
                <c:pt idx="8">
                  <c:v>100.09</c:v>
                </c:pt>
                <c:pt idx="9">
                  <c:v>100.09</c:v>
                </c:pt>
                <c:pt idx="10">
                  <c:v>100.1</c:v>
                </c:pt>
                <c:pt idx="11">
                  <c:v>100.1</c:v>
                </c:pt>
                <c:pt idx="12">
                  <c:v>100.11</c:v>
                </c:pt>
                <c:pt idx="13">
                  <c:v>100.12</c:v>
                </c:pt>
                <c:pt idx="14">
                  <c:v>100.12</c:v>
                </c:pt>
                <c:pt idx="15">
                  <c:v>100.13</c:v>
                </c:pt>
                <c:pt idx="16">
                  <c:v>100.13</c:v>
                </c:pt>
                <c:pt idx="17">
                  <c:v>100.12</c:v>
                </c:pt>
                <c:pt idx="18">
                  <c:v>100.22</c:v>
                </c:pt>
                <c:pt idx="19">
                  <c:v>100.35</c:v>
                </c:pt>
                <c:pt idx="20">
                  <c:v>100.53</c:v>
                </c:pt>
                <c:pt idx="21">
                  <c:v>100.79</c:v>
                </c:pt>
                <c:pt idx="22">
                  <c:v>101.13</c:v>
                </c:pt>
                <c:pt idx="23">
                  <c:v>101.51</c:v>
                </c:pt>
                <c:pt idx="24">
                  <c:v>101.97</c:v>
                </c:pt>
                <c:pt idx="25">
                  <c:v>102.53</c:v>
                </c:pt>
                <c:pt idx="26">
                  <c:v>103.14</c:v>
                </c:pt>
                <c:pt idx="27">
                  <c:v>103.81</c:v>
                </c:pt>
                <c:pt idx="28">
                  <c:v>104.54</c:v>
                </c:pt>
                <c:pt idx="29">
                  <c:v>105.31</c:v>
                </c:pt>
                <c:pt idx="30">
                  <c:v>106.07</c:v>
                </c:pt>
                <c:pt idx="31">
                  <c:v>107</c:v>
                </c:pt>
                <c:pt idx="32">
                  <c:v>107.84</c:v>
                </c:pt>
                <c:pt idx="33">
                  <c:v>108.75</c:v>
                </c:pt>
                <c:pt idx="34">
                  <c:v>109.56</c:v>
                </c:pt>
                <c:pt idx="35">
                  <c:v>110.46</c:v>
                </c:pt>
                <c:pt idx="36">
                  <c:v>111.28</c:v>
                </c:pt>
                <c:pt idx="37">
                  <c:v>112.26</c:v>
                </c:pt>
                <c:pt idx="38">
                  <c:v>113.16</c:v>
                </c:pt>
                <c:pt idx="39">
                  <c:v>114.09</c:v>
                </c:pt>
                <c:pt idx="40">
                  <c:v>114.96</c:v>
                </c:pt>
                <c:pt idx="41">
                  <c:v>115.74</c:v>
                </c:pt>
                <c:pt idx="42">
                  <c:v>116.51</c:v>
                </c:pt>
                <c:pt idx="43">
                  <c:v>117.23</c:v>
                </c:pt>
                <c:pt idx="44">
                  <c:v>117.94</c:v>
                </c:pt>
                <c:pt idx="45">
                  <c:v>118.64</c:v>
                </c:pt>
                <c:pt idx="46">
                  <c:v>119.24</c:v>
                </c:pt>
                <c:pt idx="47">
                  <c:v>119.77</c:v>
                </c:pt>
                <c:pt idx="48">
                  <c:v>120.34</c:v>
                </c:pt>
                <c:pt idx="49">
                  <c:v>120.84</c:v>
                </c:pt>
                <c:pt idx="50">
                  <c:v>121.28</c:v>
                </c:pt>
                <c:pt idx="51">
                  <c:v>121.72</c:v>
                </c:pt>
                <c:pt idx="52">
                  <c:v>122.16</c:v>
                </c:pt>
                <c:pt idx="53">
                  <c:v>122.57</c:v>
                </c:pt>
                <c:pt idx="54">
                  <c:v>122.99</c:v>
                </c:pt>
                <c:pt idx="55">
                  <c:v>123.39</c:v>
                </c:pt>
                <c:pt idx="56">
                  <c:v>123.79</c:v>
                </c:pt>
                <c:pt idx="57">
                  <c:v>124.16</c:v>
                </c:pt>
                <c:pt idx="58">
                  <c:v>124.5</c:v>
                </c:pt>
                <c:pt idx="59">
                  <c:v>124.88</c:v>
                </c:pt>
                <c:pt idx="60">
                  <c:v>125.26</c:v>
                </c:pt>
                <c:pt idx="61">
                  <c:v>125.64</c:v>
                </c:pt>
                <c:pt idx="62">
                  <c:v>126.02</c:v>
                </c:pt>
                <c:pt idx="63">
                  <c:v>126.39</c:v>
                </c:pt>
                <c:pt idx="64">
                  <c:v>126.77</c:v>
                </c:pt>
                <c:pt idx="65">
                  <c:v>127.12</c:v>
                </c:pt>
                <c:pt idx="66">
                  <c:v>127.48</c:v>
                </c:pt>
                <c:pt idx="67">
                  <c:v>127.84</c:v>
                </c:pt>
                <c:pt idx="68">
                  <c:v>128.2</c:v>
                </c:pt>
                <c:pt idx="69">
                  <c:v>128.55</c:v>
                </c:pt>
                <c:pt idx="70">
                  <c:v>128.87</c:v>
                </c:pt>
                <c:pt idx="71">
                  <c:v>129.21</c:v>
                </c:pt>
                <c:pt idx="72">
                  <c:v>129.55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7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77.155.267-6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2020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I,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I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78,10%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19,23%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2,67%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2026-05-19T11:58:37Z</dcterms:created>
  <dcterms:modified xsi:type="dcterms:W3CDTF">2026-05-19T11:58:37Z</dcterms:modified>
</cp:coreProperties>
</file>