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100</c:v>
                </c:pt>
                <c:pt idx="1">
                  <c:v>100.4</c:v>
                </c:pt>
                <c:pt idx="2">
                  <c:v>100.79</c:v>
                </c:pt>
                <c:pt idx="3">
                  <c:v>101.19</c:v>
                </c:pt>
                <c:pt idx="4">
                  <c:v>101.59</c:v>
                </c:pt>
                <c:pt idx="5">
                  <c:v>101.98</c:v>
                </c:pt>
                <c:pt idx="6">
                  <c:v>102.37</c:v>
                </c:pt>
                <c:pt idx="7">
                  <c:v>102.75</c:v>
                </c:pt>
                <c:pt idx="8">
                  <c:v>103.14</c:v>
                </c:pt>
                <c:pt idx="9">
                  <c:v>103.52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I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100</c:v>
                </c:pt>
                <c:pt idx="1">
                  <c:v>100.56</c:v>
                </c:pt>
                <c:pt idx="2">
                  <c:v>101.07</c:v>
                </c:pt>
                <c:pt idx="3">
                  <c:v>101.61</c:v>
                </c:pt>
                <c:pt idx="4">
                  <c:v>102.14</c:v>
                </c:pt>
                <c:pt idx="5">
                  <c:v>102.7</c:v>
                </c:pt>
                <c:pt idx="6">
                  <c:v>103.26</c:v>
                </c:pt>
                <c:pt idx="7">
                  <c:v>103.8</c:v>
                </c:pt>
                <c:pt idx="8">
                  <c:v>104.38</c:v>
                </c:pt>
                <c:pt idx="9">
                  <c:v>104.97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Sheet1!$A$2:$A$11</c:f>
              <c:multiLvlStrCache>
                <c:ptCount val="10"/>
                <c:lvl>
                  <c:pt idx="0">
                    <c:v>Jul 2025</c:v>
                  </c:pt>
                  <c:pt idx="1">
                    <c:v>Aug 2025</c:v>
                  </c:pt>
                  <c:pt idx="2">
                    <c:v>Sep 2025</c:v>
                  </c:pt>
                  <c:pt idx="3">
                    <c:v>Oct 2025</c:v>
                  </c:pt>
                  <c:pt idx="4">
                    <c:v>Nov 2025</c:v>
                  </c:pt>
                  <c:pt idx="5">
                    <c:v>Dec 2025</c:v>
                  </c:pt>
                  <c:pt idx="6">
                    <c:v>Jan 2026</c:v>
                  </c:pt>
                  <c:pt idx="7">
                    <c:v>Feb 2026</c:v>
                  </c:pt>
                  <c:pt idx="8">
                    <c:v>Mar 2026</c:v>
                  </c:pt>
                  <c:pt idx="9">
                    <c:v>Apr 2026</c:v>
                  </c:pt>
                </c:lvl>
              </c:multiLvlStrCache>
            </c:multiLvlStrRef>
          </c:cat>
          <c:val>
            <c:numRef>
              <c:f>Sheet1!$D$2:$D$11</c:f>
              <c:numCache>
                <c:formatCode>General</c:formatCode>
                <c:ptCount val="10"/>
                <c:pt idx="0">
                  <c:v>100</c:v>
                </c:pt>
                <c:pt idx="1">
                  <c:v>100.3</c:v>
                </c:pt>
                <c:pt idx="2">
                  <c:v>100.58</c:v>
                </c:pt>
                <c:pt idx="3">
                  <c:v>100.87</c:v>
                </c:pt>
                <c:pt idx="4">
                  <c:v>101.15</c:v>
                </c:pt>
                <c:pt idx="5">
                  <c:v>101.71</c:v>
                </c:pt>
                <c:pt idx="6">
                  <c:v>101.71</c:v>
                </c:pt>
                <c:pt idx="7">
                  <c:v>101.96</c:v>
                </c:pt>
                <c:pt idx="8">
                  <c:v>102.23</c:v>
                </c:pt>
                <c:pt idx="9">
                  <c:v>102.5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97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77.155.267-6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I,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I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 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-2.95%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234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I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78,10%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2,67%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2026-05-18T22:51:22Z</dcterms:created>
  <dcterms:modified xsi:type="dcterms:W3CDTF">2026-05-18T22:51:22Z</dcterms:modified>
</cp:coreProperties>
</file>