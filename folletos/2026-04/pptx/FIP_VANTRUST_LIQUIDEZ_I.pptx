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55,04%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33,45%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18872" y="31363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2278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" y="34107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4838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685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850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86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862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87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873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2026-05-15T23:38:24Z</dcterms:created>
  <dcterms:modified xsi:type="dcterms:W3CDTF">2026-05-15T23:38:24Z</dcterms:modified>
</cp:coreProperties>
</file>