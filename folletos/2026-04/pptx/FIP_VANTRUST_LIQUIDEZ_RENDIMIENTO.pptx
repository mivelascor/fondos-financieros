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101.11</c:v>
                </c:pt>
                <c:pt idx="3">
                  <c:v>101.68</c:v>
                </c:pt>
                <c:pt idx="4">
                  <c:v>102.27</c:v>
                </c:pt>
                <c:pt idx="5">
                  <c:v>102.88</c:v>
                </c:pt>
                <c:pt idx="6">
                  <c:v>103.51</c:v>
                </c:pt>
                <c:pt idx="7">
                  <c:v>104.1</c:v>
                </c:pt>
                <c:pt idx="8">
                  <c:v>104.71</c:v>
                </c:pt>
                <c:pt idx="9">
                  <c:v>105.34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2026-05-18T23:00:48Z</dcterms:created>
  <dcterms:modified xsi:type="dcterms:W3CDTF">2026-05-18T23:00:48Z</dcterms:modified>
</cp:coreProperties>
</file>