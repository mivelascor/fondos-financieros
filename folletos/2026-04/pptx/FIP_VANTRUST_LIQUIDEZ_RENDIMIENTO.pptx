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</c:v>
                </c:pt>
                <c:pt idx="2">
                  <c:v>1011.65</c:v>
                </c:pt>
                <c:pt idx="3">
                  <c:v>1017.75</c:v>
                </c:pt>
                <c:pt idx="4">
                  <c:v>1023.9</c:v>
                </c:pt>
                <c:pt idx="5">
                  <c:v>1030.15</c:v>
                </c:pt>
                <c:pt idx="6">
                  <c:v>1036.97</c:v>
                </c:pt>
                <c:pt idx="7">
                  <c:v>1043.17</c:v>
                </c:pt>
                <c:pt idx="8">
                  <c:v>1049.64</c:v>
                </c:pt>
                <c:pt idx="9">
                  <c:v>1056.24</c:v>
                </c:pt>
                <c:pt idx="10">
                  <c:v>1057.29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2026-05-14T22:11:56Z</dcterms:created>
  <dcterms:modified xsi:type="dcterms:W3CDTF">2026-05-14T22:11:56Z</dcterms:modified>
</cp:coreProperties>
</file>