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Sheet1!$B$2:$B$60</c:f>
              <c:numCache>
                <c:formatCode>General</c:formatCode>
                <c:ptCount val="59"/>
                <c:pt idx="0">
                  <c:v>100</c:v>
                </c:pt>
                <c:pt idx="1">
                  <c:v>100.05</c:v>
                </c:pt>
                <c:pt idx="2">
                  <c:v>100.11</c:v>
                </c:pt>
                <c:pt idx="3">
                  <c:v>100.24</c:v>
                </c:pt>
                <c:pt idx="4">
                  <c:v>100.45</c:v>
                </c:pt>
                <c:pt idx="5">
                  <c:v>100.66</c:v>
                </c:pt>
                <c:pt idx="6">
                  <c:v>100.98</c:v>
                </c:pt>
                <c:pt idx="7">
                  <c:v>101.33</c:v>
                </c:pt>
                <c:pt idx="8">
                  <c:v>101.76</c:v>
                </c:pt>
                <c:pt idx="9">
                  <c:v>102.25</c:v>
                </c:pt>
                <c:pt idx="10">
                  <c:v>102.81</c:v>
                </c:pt>
                <c:pt idx="11">
                  <c:v>103.54</c:v>
                </c:pt>
                <c:pt idx="12">
                  <c:v>104.31</c:v>
                </c:pt>
                <c:pt idx="13">
                  <c:v>105.1</c:v>
                </c:pt>
                <c:pt idx="14">
                  <c:v>106.04</c:v>
                </c:pt>
                <c:pt idx="15">
                  <c:v>106.97</c:v>
                </c:pt>
                <c:pt idx="16">
                  <c:v>107.89</c:v>
                </c:pt>
                <c:pt idx="17">
                  <c:v>109.01</c:v>
                </c:pt>
                <c:pt idx="18">
                  <c:v>110.04</c:v>
                </c:pt>
                <c:pt idx="19">
                  <c:v>111.14</c:v>
                </c:pt>
                <c:pt idx="20">
                  <c:v>112.12</c:v>
                </c:pt>
                <c:pt idx="21">
                  <c:v>113.21</c:v>
                </c:pt>
                <c:pt idx="22">
                  <c:v>114.21</c:v>
                </c:pt>
                <c:pt idx="23">
                  <c:v>115.39</c:v>
                </c:pt>
                <c:pt idx="24">
                  <c:v>116.48</c:v>
                </c:pt>
                <c:pt idx="25">
                  <c:v>117.61</c:v>
                </c:pt>
                <c:pt idx="26">
                  <c:v>118.65</c:v>
                </c:pt>
                <c:pt idx="27">
                  <c:v>119.58</c:v>
                </c:pt>
                <c:pt idx="28">
                  <c:v>120.59</c:v>
                </c:pt>
                <c:pt idx="29">
                  <c:v>121.5</c:v>
                </c:pt>
                <c:pt idx="30">
                  <c:v>122.36</c:v>
                </c:pt>
                <c:pt idx="31">
                  <c:v>123.26</c:v>
                </c:pt>
                <c:pt idx="32">
                  <c:v>124.01</c:v>
                </c:pt>
                <c:pt idx="33">
                  <c:v>124.71</c:v>
                </c:pt>
                <c:pt idx="34">
                  <c:v>125.47</c:v>
                </c:pt>
                <c:pt idx="35">
                  <c:v>126.16</c:v>
                </c:pt>
                <c:pt idx="36">
                  <c:v>126.74</c:v>
                </c:pt>
                <c:pt idx="37">
                  <c:v>127.41</c:v>
                </c:pt>
                <c:pt idx="38">
                  <c:v>128.03</c:v>
                </c:pt>
                <c:pt idx="39">
                  <c:v>128.64</c:v>
                </c:pt>
                <c:pt idx="40">
                  <c:v>129.22</c:v>
                </c:pt>
                <c:pt idx="41">
                  <c:v>129.78</c:v>
                </c:pt>
                <c:pt idx="42">
                  <c:v>130.36</c:v>
                </c:pt>
                <c:pt idx="43">
                  <c:v>130.94</c:v>
                </c:pt>
                <c:pt idx="44">
                  <c:v>131.45</c:v>
                </c:pt>
                <c:pt idx="45">
                  <c:v>132.02</c:v>
                </c:pt>
                <c:pt idx="46">
                  <c:v>132.57</c:v>
                </c:pt>
                <c:pt idx="47">
                  <c:v>133.12</c:v>
                </c:pt>
                <c:pt idx="48">
                  <c:v>133.7</c:v>
                </c:pt>
                <c:pt idx="49">
                  <c:v>134.27</c:v>
                </c:pt>
                <c:pt idx="50">
                  <c:v>134.79</c:v>
                </c:pt>
                <c:pt idx="51">
                  <c:v>135.36</c:v>
                </c:pt>
                <c:pt idx="52">
                  <c:v>135.9</c:v>
                </c:pt>
                <c:pt idx="53">
                  <c:v>136.42</c:v>
                </c:pt>
                <c:pt idx="54">
                  <c:v>136.98</c:v>
                </c:pt>
                <c:pt idx="55">
                  <c:v>137.51</c:v>
                </c:pt>
                <c:pt idx="56">
                  <c:v>138.01</c:v>
                </c:pt>
                <c:pt idx="57">
                  <c:v>138.55</c:v>
                </c:pt>
                <c:pt idx="58">
                  <c:v>103.31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Sheet1!$C$2:$C$60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100.17</c:v>
                </c:pt>
                <c:pt idx="3">
                  <c:v>100.3</c:v>
                </c:pt>
                <c:pt idx="4">
                  <c:v>100.42</c:v>
                </c:pt>
                <c:pt idx="5">
                  <c:v>100.57</c:v>
                </c:pt>
                <c:pt idx="6">
                  <c:v>100.75</c:v>
                </c:pt>
                <c:pt idx="7">
                  <c:v>101.06</c:v>
                </c:pt>
                <c:pt idx="8">
                  <c:v>101.42</c:v>
                </c:pt>
                <c:pt idx="9">
                  <c:v>101.85</c:v>
                </c:pt>
                <c:pt idx="10">
                  <c:v>102.47</c:v>
                </c:pt>
                <c:pt idx="11">
                  <c:v>103.27</c:v>
                </c:pt>
                <c:pt idx="12">
                  <c:v>104.04</c:v>
                </c:pt>
                <c:pt idx="13">
                  <c:v>104.89</c:v>
                </c:pt>
                <c:pt idx="14">
                  <c:v>105.8</c:v>
                </c:pt>
                <c:pt idx="15">
                  <c:v>106.79</c:v>
                </c:pt>
                <c:pt idx="16">
                  <c:v>107.79</c:v>
                </c:pt>
                <c:pt idx="17">
                  <c:v>108.92</c:v>
                </c:pt>
                <c:pt idx="18">
                  <c:v>110.02</c:v>
                </c:pt>
                <c:pt idx="19">
                  <c:v>111.25</c:v>
                </c:pt>
                <c:pt idx="20">
                  <c:v>112.29</c:v>
                </c:pt>
                <c:pt idx="21">
                  <c:v>113.51</c:v>
                </c:pt>
                <c:pt idx="22">
                  <c:v>114.65</c:v>
                </c:pt>
                <c:pt idx="23">
                  <c:v>115.99</c:v>
                </c:pt>
                <c:pt idx="24">
                  <c:v>117.2</c:v>
                </c:pt>
                <c:pt idx="25">
                  <c:v>118.48</c:v>
                </c:pt>
                <c:pt idx="26">
                  <c:v>119.73</c:v>
                </c:pt>
                <c:pt idx="27">
                  <c:v>120.89</c:v>
                </c:pt>
                <c:pt idx="28">
                  <c:v>122.05</c:v>
                </c:pt>
                <c:pt idx="29">
                  <c:v>123.13</c:v>
                </c:pt>
                <c:pt idx="30">
                  <c:v>124.21</c:v>
                </c:pt>
                <c:pt idx="31">
                  <c:v>125.26</c:v>
                </c:pt>
                <c:pt idx="32">
                  <c:v>126.09</c:v>
                </c:pt>
                <c:pt idx="33">
                  <c:v>126.88</c:v>
                </c:pt>
                <c:pt idx="34">
                  <c:v>127.82</c:v>
                </c:pt>
                <c:pt idx="35">
                  <c:v>128.62</c:v>
                </c:pt>
                <c:pt idx="36">
                  <c:v>129.39</c:v>
                </c:pt>
                <c:pt idx="37">
                  <c:v>130.1</c:v>
                </c:pt>
                <c:pt idx="38">
                  <c:v>130.8</c:v>
                </c:pt>
                <c:pt idx="39">
                  <c:v>131.46</c:v>
                </c:pt>
                <c:pt idx="40">
                  <c:v>132.15</c:v>
                </c:pt>
                <c:pt idx="41">
                  <c:v>132.82</c:v>
                </c:pt>
                <c:pt idx="42">
                  <c:v>133.4</c:v>
                </c:pt>
                <c:pt idx="43">
                  <c:v>133.99</c:v>
                </c:pt>
                <c:pt idx="44">
                  <c:v>134.6</c:v>
                </c:pt>
                <c:pt idx="45">
                  <c:v>135.34</c:v>
                </c:pt>
                <c:pt idx="46">
                  <c:v>136.14</c:v>
                </c:pt>
                <c:pt idx="47">
                  <c:v>136.92</c:v>
                </c:pt>
                <c:pt idx="48">
                  <c:v>137.71</c:v>
                </c:pt>
                <c:pt idx="49">
                  <c:v>138.5</c:v>
                </c:pt>
                <c:pt idx="50">
                  <c:v>139.29</c:v>
                </c:pt>
                <c:pt idx="51">
                  <c:v>140.03</c:v>
                </c:pt>
                <c:pt idx="52">
                  <c:v>140.84</c:v>
                </c:pt>
                <c:pt idx="53">
                  <c:v>141.64</c:v>
                </c:pt>
                <c:pt idx="54">
                  <c:v>142.49</c:v>
                </c:pt>
                <c:pt idx="55">
                  <c:v>143.36</c:v>
                </c:pt>
                <c:pt idx="56">
                  <c:v>144.18</c:v>
                </c:pt>
                <c:pt idx="57">
                  <c:v>145.03</c:v>
                </c:pt>
                <c:pt idx="58">
                  <c:v>145.9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Sheet1!$D$2:$D$60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</c:v>
                </c:pt>
                <c:pt idx="4">
                  <c:v>100.1</c:v>
                </c:pt>
                <c:pt idx="5">
                  <c:v>100.23</c:v>
                </c:pt>
                <c:pt idx="6">
                  <c:v>100.41</c:v>
                </c:pt>
                <c:pt idx="7">
                  <c:v>100.67</c:v>
                </c:pt>
                <c:pt idx="8">
                  <c:v>101</c:v>
                </c:pt>
                <c:pt idx="9">
                  <c:v>101.39</c:v>
                </c:pt>
                <c:pt idx="10">
                  <c:v>101.85</c:v>
                </c:pt>
                <c:pt idx="11">
                  <c:v>102.41</c:v>
                </c:pt>
                <c:pt idx="12">
                  <c:v>103.01</c:v>
                </c:pt>
                <c:pt idx="13">
                  <c:v>103.68</c:v>
                </c:pt>
                <c:pt idx="14">
                  <c:v>104.41</c:v>
                </c:pt>
                <c:pt idx="15">
                  <c:v>105.18</c:v>
                </c:pt>
                <c:pt idx="16">
                  <c:v>105.94</c:v>
                </c:pt>
                <c:pt idx="17">
                  <c:v>106.87</c:v>
                </c:pt>
                <c:pt idx="18">
                  <c:v>107.71</c:v>
                </c:pt>
                <c:pt idx="19">
                  <c:v>108.62</c:v>
                </c:pt>
                <c:pt idx="20">
                  <c:v>109.42</c:v>
                </c:pt>
                <c:pt idx="21">
                  <c:v>110.32</c:v>
                </c:pt>
                <c:pt idx="22">
                  <c:v>111.15</c:v>
                </c:pt>
                <c:pt idx="23">
                  <c:v>112.13</c:v>
                </c:pt>
                <c:pt idx="24">
                  <c:v>113.02</c:v>
                </c:pt>
                <c:pt idx="25">
                  <c:v>113.95</c:v>
                </c:pt>
                <c:pt idx="26">
                  <c:v>114.82</c:v>
                </c:pt>
                <c:pt idx="27">
                  <c:v>115.6</c:v>
                </c:pt>
                <c:pt idx="28">
                  <c:v>116.37</c:v>
                </c:pt>
                <c:pt idx="29">
                  <c:v>117.09</c:v>
                </c:pt>
                <c:pt idx="30">
                  <c:v>117.8</c:v>
                </c:pt>
                <c:pt idx="31">
                  <c:v>118.49</c:v>
                </c:pt>
                <c:pt idx="32">
                  <c:v>119.09</c:v>
                </c:pt>
                <c:pt idx="33">
                  <c:v>119.62</c:v>
                </c:pt>
                <c:pt idx="34">
                  <c:v>120.19</c:v>
                </c:pt>
                <c:pt idx="35">
                  <c:v>120.69</c:v>
                </c:pt>
                <c:pt idx="36">
                  <c:v>121.13</c:v>
                </c:pt>
                <c:pt idx="37">
                  <c:v>121.57</c:v>
                </c:pt>
                <c:pt idx="38">
                  <c:v>122.01</c:v>
                </c:pt>
                <c:pt idx="39">
                  <c:v>122.42</c:v>
                </c:pt>
                <c:pt idx="40">
                  <c:v>122.84</c:v>
                </c:pt>
                <c:pt idx="41">
                  <c:v>123.24</c:v>
                </c:pt>
                <c:pt idx="42">
                  <c:v>123.63</c:v>
                </c:pt>
                <c:pt idx="43">
                  <c:v>124.01</c:v>
                </c:pt>
                <c:pt idx="44">
                  <c:v>124.35</c:v>
                </c:pt>
                <c:pt idx="45">
                  <c:v>124.73</c:v>
                </c:pt>
                <c:pt idx="46">
                  <c:v>125.1</c:v>
                </c:pt>
                <c:pt idx="47">
                  <c:v>125.49</c:v>
                </c:pt>
                <c:pt idx="48">
                  <c:v>125.87</c:v>
                </c:pt>
                <c:pt idx="49">
                  <c:v>126.24</c:v>
                </c:pt>
                <c:pt idx="50">
                  <c:v>126.62</c:v>
                </c:pt>
                <c:pt idx="51">
                  <c:v>126.97</c:v>
                </c:pt>
                <c:pt idx="52">
                  <c:v>127.33</c:v>
                </c:pt>
                <c:pt idx="53">
                  <c:v>127.69</c:v>
                </c:pt>
                <c:pt idx="54">
                  <c:v>128.05</c:v>
                </c:pt>
                <c:pt idx="55">
                  <c:v>128.4</c:v>
                </c:pt>
                <c:pt idx="56">
                  <c:v>128.71</c:v>
                </c:pt>
                <c:pt idx="57">
                  <c:v>129.06</c:v>
                </c:pt>
                <c:pt idx="5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2026-05-19T13:59:07Z</dcterms:created>
  <dcterms:modified xsi:type="dcterms:W3CDTF">2026-05-19T13:59:07Z</dcterms:modified>
</cp:coreProperties>
</file>