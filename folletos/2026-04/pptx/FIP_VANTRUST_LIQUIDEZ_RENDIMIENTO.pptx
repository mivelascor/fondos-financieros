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1005.69</c:v>
                </c:pt>
                <c:pt idx="2">
                  <c:v>1011.05</c:v>
                </c:pt>
                <c:pt idx="3">
                  <c:v>1016.85</c:v>
                </c:pt>
                <c:pt idx="4">
                  <c:v>1022.68</c:v>
                </c:pt>
                <c:pt idx="5">
                  <c:v>1028.81</c:v>
                </c:pt>
                <c:pt idx="6">
                  <c:v>1035.09</c:v>
                </c:pt>
                <c:pt idx="7">
                  <c:v>1040.98</c:v>
                </c:pt>
                <c:pt idx="8">
                  <c:v>1047.12</c:v>
                </c:pt>
                <c:pt idx="9">
                  <c:v>1053.38</c:v>
                </c:pt>
                <c:pt idx="10">
                  <c:v>1054.38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2026-05-18T17:46:42Z</dcterms:created>
  <dcterms:modified xsi:type="dcterms:W3CDTF">2026-05-18T17:46:42Z</dcterms:modified>
</cp:coreProperties>
</file>