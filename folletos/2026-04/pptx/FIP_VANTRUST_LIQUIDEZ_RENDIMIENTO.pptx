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FIP Liquidez Rendimiento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Sheet1!$B$2:$B$281</c:f>
              <c:numCache>
                <c:formatCode>General</c:formatCode>
                <c:ptCount val="280"/>
                <c:pt idx="0">
                  <c:v>1000</c:v>
                </c:pt>
                <c:pt idx="1">
                  <c:v>1000.2</c:v>
                </c:pt>
                <c:pt idx="2">
                  <c:v>1000.38</c:v>
                </c:pt>
                <c:pt idx="3">
                  <c:v>1000.6</c:v>
                </c:pt>
                <c:pt idx="4">
                  <c:v>1000.81</c:v>
                </c:pt>
                <c:pt idx="5">
                  <c:v>1001.01</c:v>
                </c:pt>
                <c:pt idx="6">
                  <c:v>1001.2</c:v>
                </c:pt>
                <c:pt idx="7">
                  <c:v>1001.4</c:v>
                </c:pt>
                <c:pt idx="8">
                  <c:v>1001.58</c:v>
                </c:pt>
                <c:pt idx="9">
                  <c:v>1001.78</c:v>
                </c:pt>
                <c:pt idx="10">
                  <c:v>1001.97</c:v>
                </c:pt>
                <c:pt idx="11">
                  <c:v>1002.16</c:v>
                </c:pt>
                <c:pt idx="12">
                  <c:v>1002.36</c:v>
                </c:pt>
                <c:pt idx="13">
                  <c:v>1002.57</c:v>
                </c:pt>
                <c:pt idx="14">
                  <c:v>1002.75</c:v>
                </c:pt>
                <c:pt idx="15">
                  <c:v>1002.95</c:v>
                </c:pt>
                <c:pt idx="16">
                  <c:v>1003.14</c:v>
                </c:pt>
                <c:pt idx="17">
                  <c:v>1003.33</c:v>
                </c:pt>
                <c:pt idx="18">
                  <c:v>1003.53</c:v>
                </c:pt>
                <c:pt idx="19">
                  <c:v>1003.68</c:v>
                </c:pt>
                <c:pt idx="20">
                  <c:v>1003.88</c:v>
                </c:pt>
                <c:pt idx="21">
                  <c:v>1004.08</c:v>
                </c:pt>
                <c:pt idx="22">
                  <c:v>1004.28</c:v>
                </c:pt>
                <c:pt idx="23">
                  <c:v>1004.47</c:v>
                </c:pt>
                <c:pt idx="24">
                  <c:v>1004.66</c:v>
                </c:pt>
                <c:pt idx="25">
                  <c:v>1004.86</c:v>
                </c:pt>
                <c:pt idx="26">
                  <c:v>1005.05</c:v>
                </c:pt>
                <c:pt idx="27">
                  <c:v>1005.24</c:v>
                </c:pt>
                <c:pt idx="28">
                  <c:v>1005.43</c:v>
                </c:pt>
                <c:pt idx="29">
                  <c:v>1005.63</c:v>
                </c:pt>
                <c:pt idx="30">
                  <c:v>1005.81</c:v>
                </c:pt>
                <c:pt idx="31">
                  <c:v>1006</c:v>
                </c:pt>
                <c:pt idx="32">
                  <c:v>1006.2</c:v>
                </c:pt>
                <c:pt idx="33">
                  <c:v>1006.39</c:v>
                </c:pt>
                <c:pt idx="34">
                  <c:v>1006.52</c:v>
                </c:pt>
                <c:pt idx="35">
                  <c:v>1006.71</c:v>
                </c:pt>
                <c:pt idx="36">
                  <c:v>1006.91</c:v>
                </c:pt>
                <c:pt idx="37">
                  <c:v>1007.09</c:v>
                </c:pt>
                <c:pt idx="38">
                  <c:v>1007.29</c:v>
                </c:pt>
                <c:pt idx="39">
                  <c:v>1007.48</c:v>
                </c:pt>
                <c:pt idx="40">
                  <c:v>1007.7</c:v>
                </c:pt>
                <c:pt idx="41">
                  <c:v>1007.91</c:v>
                </c:pt>
                <c:pt idx="42">
                  <c:v>1008.11</c:v>
                </c:pt>
                <c:pt idx="43">
                  <c:v>1008.31</c:v>
                </c:pt>
                <c:pt idx="44">
                  <c:v>1008.51</c:v>
                </c:pt>
                <c:pt idx="45">
                  <c:v>1008.71</c:v>
                </c:pt>
                <c:pt idx="46">
                  <c:v>1008.91</c:v>
                </c:pt>
                <c:pt idx="47">
                  <c:v>1009.04</c:v>
                </c:pt>
                <c:pt idx="48">
                  <c:v>1009.23</c:v>
                </c:pt>
                <c:pt idx="49">
                  <c:v>1009.42</c:v>
                </c:pt>
                <c:pt idx="50">
                  <c:v>1009.61</c:v>
                </c:pt>
                <c:pt idx="51">
                  <c:v>1009.8</c:v>
                </c:pt>
                <c:pt idx="52">
                  <c:v>1009.99</c:v>
                </c:pt>
                <c:pt idx="53">
                  <c:v>1010.18</c:v>
                </c:pt>
                <c:pt idx="54">
                  <c:v>1010.37</c:v>
                </c:pt>
                <c:pt idx="55">
                  <c:v>1010.59</c:v>
                </c:pt>
                <c:pt idx="56">
                  <c:v>1010.78</c:v>
                </c:pt>
                <c:pt idx="57">
                  <c:v>1010.96</c:v>
                </c:pt>
                <c:pt idx="58">
                  <c:v>1011.15</c:v>
                </c:pt>
                <c:pt idx="59">
                  <c:v>1011.34</c:v>
                </c:pt>
                <c:pt idx="60">
                  <c:v>1011.53</c:v>
                </c:pt>
                <c:pt idx="61">
                  <c:v>1011.65</c:v>
                </c:pt>
                <c:pt idx="62">
                  <c:v>1011.85</c:v>
                </c:pt>
                <c:pt idx="63">
                  <c:v>1012.03</c:v>
                </c:pt>
                <c:pt idx="64">
                  <c:v>1012.22</c:v>
                </c:pt>
                <c:pt idx="65">
                  <c:v>1012.41</c:v>
                </c:pt>
                <c:pt idx="66">
                  <c:v>1012.61</c:v>
                </c:pt>
                <c:pt idx="67">
                  <c:v>1012.8</c:v>
                </c:pt>
                <c:pt idx="68">
                  <c:v>1012.99</c:v>
                </c:pt>
                <c:pt idx="69">
                  <c:v>1013.18</c:v>
                </c:pt>
                <c:pt idx="70">
                  <c:v>1013.38</c:v>
                </c:pt>
                <c:pt idx="71">
                  <c:v>1013.57</c:v>
                </c:pt>
                <c:pt idx="72">
                  <c:v>1013.76</c:v>
                </c:pt>
                <c:pt idx="73">
                  <c:v>1013.95</c:v>
                </c:pt>
                <c:pt idx="74">
                  <c:v>1014.12</c:v>
                </c:pt>
                <c:pt idx="75">
                  <c:v>1014.25</c:v>
                </c:pt>
                <c:pt idx="76">
                  <c:v>1014.47</c:v>
                </c:pt>
                <c:pt idx="77">
                  <c:v>1014.68</c:v>
                </c:pt>
                <c:pt idx="78">
                  <c:v>1014.88</c:v>
                </c:pt>
                <c:pt idx="79">
                  <c:v>1015.09</c:v>
                </c:pt>
                <c:pt idx="80">
                  <c:v>1015.29</c:v>
                </c:pt>
                <c:pt idx="81">
                  <c:v>1015.49</c:v>
                </c:pt>
                <c:pt idx="82">
                  <c:v>1015.7</c:v>
                </c:pt>
                <c:pt idx="83">
                  <c:v>1015.91</c:v>
                </c:pt>
                <c:pt idx="84">
                  <c:v>1016.13</c:v>
                </c:pt>
                <c:pt idx="85">
                  <c:v>1016.34</c:v>
                </c:pt>
                <c:pt idx="86">
                  <c:v>1016.54</c:v>
                </c:pt>
                <c:pt idx="87">
                  <c:v>1016.74</c:v>
                </c:pt>
                <c:pt idx="88">
                  <c:v>1016.94</c:v>
                </c:pt>
                <c:pt idx="89">
                  <c:v>1017.14</c:v>
                </c:pt>
                <c:pt idx="90">
                  <c:v>1017.33</c:v>
                </c:pt>
                <c:pt idx="91">
                  <c:v>1017.53</c:v>
                </c:pt>
                <c:pt idx="92">
                  <c:v>1017.74</c:v>
                </c:pt>
                <c:pt idx="93">
                  <c:v>1017.95</c:v>
                </c:pt>
                <c:pt idx="94">
                  <c:v>1018.16</c:v>
                </c:pt>
                <c:pt idx="95">
                  <c:v>1018.4</c:v>
                </c:pt>
                <c:pt idx="96">
                  <c:v>1018.6</c:v>
                </c:pt>
                <c:pt idx="97">
                  <c:v>1018.81</c:v>
                </c:pt>
                <c:pt idx="98">
                  <c:v>1019.01</c:v>
                </c:pt>
                <c:pt idx="99">
                  <c:v>1019.24</c:v>
                </c:pt>
                <c:pt idx="100">
                  <c:v>1019.44</c:v>
                </c:pt>
                <c:pt idx="101">
                  <c:v>1019.66</c:v>
                </c:pt>
                <c:pt idx="102">
                  <c:v>1019.89</c:v>
                </c:pt>
                <c:pt idx="103">
                  <c:v>1020.02</c:v>
                </c:pt>
                <c:pt idx="104">
                  <c:v>1020.22</c:v>
                </c:pt>
                <c:pt idx="105">
                  <c:v>1020.46</c:v>
                </c:pt>
                <c:pt idx="106">
                  <c:v>1020.66</c:v>
                </c:pt>
                <c:pt idx="107">
                  <c:v>1020.88</c:v>
                </c:pt>
                <c:pt idx="108">
                  <c:v>1021.11</c:v>
                </c:pt>
                <c:pt idx="109">
                  <c:v>1021.34</c:v>
                </c:pt>
                <c:pt idx="110">
                  <c:v>1021.53</c:v>
                </c:pt>
                <c:pt idx="111">
                  <c:v>1021.74</c:v>
                </c:pt>
                <c:pt idx="112">
                  <c:v>1021.96</c:v>
                </c:pt>
                <c:pt idx="113">
                  <c:v>1022.13</c:v>
                </c:pt>
                <c:pt idx="114">
                  <c:v>1022.34</c:v>
                </c:pt>
                <c:pt idx="115">
                  <c:v>1022.56</c:v>
                </c:pt>
                <c:pt idx="116">
                  <c:v>1022.78</c:v>
                </c:pt>
                <c:pt idx="117">
                  <c:v>1022.94</c:v>
                </c:pt>
                <c:pt idx="118">
                  <c:v>1023.08</c:v>
                </c:pt>
                <c:pt idx="119">
                  <c:v>1023.28</c:v>
                </c:pt>
                <c:pt idx="120">
                  <c:v>1023.49</c:v>
                </c:pt>
                <c:pt idx="121">
                  <c:v>1023.69</c:v>
                </c:pt>
                <c:pt idx="122">
                  <c:v>1023.89</c:v>
                </c:pt>
                <c:pt idx="123">
                  <c:v>1024.1</c:v>
                </c:pt>
                <c:pt idx="124">
                  <c:v>1024.3</c:v>
                </c:pt>
                <c:pt idx="125">
                  <c:v>1024.51</c:v>
                </c:pt>
                <c:pt idx="126">
                  <c:v>1024.72</c:v>
                </c:pt>
                <c:pt idx="127">
                  <c:v>1024.91</c:v>
                </c:pt>
                <c:pt idx="128">
                  <c:v>1025.1</c:v>
                </c:pt>
                <c:pt idx="129">
                  <c:v>1025.29</c:v>
                </c:pt>
                <c:pt idx="130">
                  <c:v>1025.49</c:v>
                </c:pt>
                <c:pt idx="131">
                  <c:v>1025.68</c:v>
                </c:pt>
                <c:pt idx="132">
                  <c:v>1025.87</c:v>
                </c:pt>
                <c:pt idx="133">
                  <c:v>1026.07</c:v>
                </c:pt>
                <c:pt idx="134">
                  <c:v>1026.27</c:v>
                </c:pt>
                <c:pt idx="135">
                  <c:v>1026.48</c:v>
                </c:pt>
                <c:pt idx="136">
                  <c:v>1026.68</c:v>
                </c:pt>
                <c:pt idx="137">
                  <c:v>1026.89</c:v>
                </c:pt>
                <c:pt idx="138">
                  <c:v>1027.09</c:v>
                </c:pt>
                <c:pt idx="139">
                  <c:v>1027.29</c:v>
                </c:pt>
                <c:pt idx="140">
                  <c:v>1027.53</c:v>
                </c:pt>
                <c:pt idx="141">
                  <c:v>1027.74</c:v>
                </c:pt>
                <c:pt idx="142">
                  <c:v>1027.95</c:v>
                </c:pt>
                <c:pt idx="143">
                  <c:v>1028.16</c:v>
                </c:pt>
                <c:pt idx="144">
                  <c:v>1028.37</c:v>
                </c:pt>
                <c:pt idx="145">
                  <c:v>1028.53</c:v>
                </c:pt>
                <c:pt idx="146">
                  <c:v>1028.73</c:v>
                </c:pt>
                <c:pt idx="147">
                  <c:v>1028.91</c:v>
                </c:pt>
                <c:pt idx="148">
                  <c:v>1029.11</c:v>
                </c:pt>
                <c:pt idx="149">
                  <c:v>1029.31</c:v>
                </c:pt>
                <c:pt idx="150">
                  <c:v>1029.52</c:v>
                </c:pt>
                <c:pt idx="151">
                  <c:v>1029.74</c:v>
                </c:pt>
                <c:pt idx="152">
                  <c:v>1029.94</c:v>
                </c:pt>
                <c:pt idx="153">
                  <c:v>1030.15</c:v>
                </c:pt>
                <c:pt idx="154">
                  <c:v>1030.35</c:v>
                </c:pt>
                <c:pt idx="155">
                  <c:v>1030.56</c:v>
                </c:pt>
                <c:pt idx="156">
                  <c:v>1030.76</c:v>
                </c:pt>
                <c:pt idx="157">
                  <c:v>1030.96</c:v>
                </c:pt>
                <c:pt idx="158">
                  <c:v>1031.16</c:v>
                </c:pt>
                <c:pt idx="159">
                  <c:v>1031.41</c:v>
                </c:pt>
                <c:pt idx="160">
                  <c:v>1031.67</c:v>
                </c:pt>
                <c:pt idx="161">
                  <c:v>1031.91</c:v>
                </c:pt>
                <c:pt idx="162">
                  <c:v>1032.14</c:v>
                </c:pt>
                <c:pt idx="163">
                  <c:v>1032.35</c:v>
                </c:pt>
                <c:pt idx="164">
                  <c:v>1032.57</c:v>
                </c:pt>
                <c:pt idx="165">
                  <c:v>1032.79</c:v>
                </c:pt>
                <c:pt idx="166">
                  <c:v>1033.01</c:v>
                </c:pt>
                <c:pt idx="167">
                  <c:v>1033.21</c:v>
                </c:pt>
                <c:pt idx="168">
                  <c:v>1033.44</c:v>
                </c:pt>
                <c:pt idx="169">
                  <c:v>1033.66</c:v>
                </c:pt>
                <c:pt idx="170">
                  <c:v>1033.88</c:v>
                </c:pt>
                <c:pt idx="171">
                  <c:v>1034.11</c:v>
                </c:pt>
                <c:pt idx="172">
                  <c:v>1034.33</c:v>
                </c:pt>
                <c:pt idx="173">
                  <c:v>1034.54</c:v>
                </c:pt>
                <c:pt idx="174">
                  <c:v>1034.76</c:v>
                </c:pt>
                <c:pt idx="175">
                  <c:v>1034.99</c:v>
                </c:pt>
                <c:pt idx="176">
                  <c:v>1035.23</c:v>
                </c:pt>
                <c:pt idx="177">
                  <c:v>1035.44</c:v>
                </c:pt>
                <c:pt idx="178">
                  <c:v>1035.66</c:v>
                </c:pt>
                <c:pt idx="179">
                  <c:v>1035.89</c:v>
                </c:pt>
                <c:pt idx="180">
                  <c:v>1036.11</c:v>
                </c:pt>
                <c:pt idx="181">
                  <c:v>1036.32</c:v>
                </c:pt>
                <c:pt idx="182">
                  <c:v>1036.54</c:v>
                </c:pt>
                <c:pt idx="183">
                  <c:v>1036.71</c:v>
                </c:pt>
                <c:pt idx="184">
                  <c:v>1036.94</c:v>
                </c:pt>
                <c:pt idx="185">
                  <c:v>1037.18</c:v>
                </c:pt>
                <c:pt idx="186">
                  <c:v>1037.41</c:v>
                </c:pt>
                <c:pt idx="187">
                  <c:v>1037.63</c:v>
                </c:pt>
                <c:pt idx="188">
                  <c:v>1037.86</c:v>
                </c:pt>
                <c:pt idx="189">
                  <c:v>1038.07</c:v>
                </c:pt>
                <c:pt idx="190">
                  <c:v>1038.29</c:v>
                </c:pt>
                <c:pt idx="191">
                  <c:v>1038.5</c:v>
                </c:pt>
                <c:pt idx="192">
                  <c:v>1038.72</c:v>
                </c:pt>
                <c:pt idx="193">
                  <c:v>1038.93</c:v>
                </c:pt>
                <c:pt idx="194">
                  <c:v>1039.14</c:v>
                </c:pt>
                <c:pt idx="195">
                  <c:v>1039.38</c:v>
                </c:pt>
                <c:pt idx="196">
                  <c:v>1039.6</c:v>
                </c:pt>
                <c:pt idx="197">
                  <c:v>1039.82</c:v>
                </c:pt>
                <c:pt idx="198">
                  <c:v>1040.04</c:v>
                </c:pt>
                <c:pt idx="199">
                  <c:v>1040.26</c:v>
                </c:pt>
                <c:pt idx="200">
                  <c:v>1040.49</c:v>
                </c:pt>
                <c:pt idx="201">
                  <c:v>1040.7</c:v>
                </c:pt>
                <c:pt idx="202">
                  <c:v>1040.93</c:v>
                </c:pt>
                <c:pt idx="203">
                  <c:v>1041.15</c:v>
                </c:pt>
                <c:pt idx="204">
                  <c:v>1041.37</c:v>
                </c:pt>
                <c:pt idx="205">
                  <c:v>1041.59</c:v>
                </c:pt>
                <c:pt idx="206">
                  <c:v>1041.82</c:v>
                </c:pt>
                <c:pt idx="207">
                  <c:v>1042.04</c:v>
                </c:pt>
                <c:pt idx="208">
                  <c:v>1042.27</c:v>
                </c:pt>
                <c:pt idx="209">
                  <c:v>1042.48</c:v>
                </c:pt>
                <c:pt idx="210">
                  <c:v>1042.7</c:v>
                </c:pt>
                <c:pt idx="211">
                  <c:v>1042.93</c:v>
                </c:pt>
                <c:pt idx="212">
                  <c:v>1043.15</c:v>
                </c:pt>
                <c:pt idx="213">
                  <c:v>1043.38</c:v>
                </c:pt>
                <c:pt idx="214">
                  <c:v>1043.6</c:v>
                </c:pt>
                <c:pt idx="215">
                  <c:v>1043.83</c:v>
                </c:pt>
                <c:pt idx="216">
                  <c:v>1044.06</c:v>
                </c:pt>
                <c:pt idx="217">
                  <c:v>1044.28</c:v>
                </c:pt>
                <c:pt idx="218">
                  <c:v>1044.5</c:v>
                </c:pt>
                <c:pt idx="219">
                  <c:v>1044.7</c:v>
                </c:pt>
                <c:pt idx="220">
                  <c:v>1044.91</c:v>
                </c:pt>
                <c:pt idx="221">
                  <c:v>1045.12</c:v>
                </c:pt>
                <c:pt idx="222">
                  <c:v>1045.33</c:v>
                </c:pt>
                <c:pt idx="223">
                  <c:v>1045.54</c:v>
                </c:pt>
                <c:pt idx="224">
                  <c:v>1045.75</c:v>
                </c:pt>
                <c:pt idx="225">
                  <c:v>1045.96</c:v>
                </c:pt>
                <c:pt idx="226">
                  <c:v>1046.15</c:v>
                </c:pt>
                <c:pt idx="227">
                  <c:v>1046.35</c:v>
                </c:pt>
                <c:pt idx="228">
                  <c:v>1046.54</c:v>
                </c:pt>
                <c:pt idx="229">
                  <c:v>1046.74</c:v>
                </c:pt>
                <c:pt idx="230">
                  <c:v>1046.93</c:v>
                </c:pt>
                <c:pt idx="231">
                  <c:v>1047.14</c:v>
                </c:pt>
                <c:pt idx="232">
                  <c:v>1047.34</c:v>
                </c:pt>
                <c:pt idx="233">
                  <c:v>1047.53</c:v>
                </c:pt>
                <c:pt idx="234">
                  <c:v>1047.74</c:v>
                </c:pt>
                <c:pt idx="235">
                  <c:v>1047.95</c:v>
                </c:pt>
                <c:pt idx="236">
                  <c:v>1048.15</c:v>
                </c:pt>
                <c:pt idx="237">
                  <c:v>1048.36</c:v>
                </c:pt>
                <c:pt idx="238">
                  <c:v>1048.56</c:v>
                </c:pt>
                <c:pt idx="239">
                  <c:v>1048.77</c:v>
                </c:pt>
                <c:pt idx="240">
                  <c:v>1048.97</c:v>
                </c:pt>
                <c:pt idx="241">
                  <c:v>1049.19</c:v>
                </c:pt>
                <c:pt idx="242">
                  <c:v>1049.4</c:v>
                </c:pt>
                <c:pt idx="243">
                  <c:v>1049.62</c:v>
                </c:pt>
                <c:pt idx="244">
                  <c:v>1049.85</c:v>
                </c:pt>
                <c:pt idx="245">
                  <c:v>1050.08</c:v>
                </c:pt>
                <c:pt idx="246">
                  <c:v>1050.31</c:v>
                </c:pt>
                <c:pt idx="247">
                  <c:v>1050.52</c:v>
                </c:pt>
                <c:pt idx="248">
                  <c:v>1050.74</c:v>
                </c:pt>
                <c:pt idx="249">
                  <c:v>1050.96</c:v>
                </c:pt>
                <c:pt idx="250">
                  <c:v>1051.17</c:v>
                </c:pt>
                <c:pt idx="251">
                  <c:v>1051.39</c:v>
                </c:pt>
                <c:pt idx="252">
                  <c:v>1051.6</c:v>
                </c:pt>
                <c:pt idx="253">
                  <c:v>1051.83</c:v>
                </c:pt>
                <c:pt idx="254">
                  <c:v>1052.05</c:v>
                </c:pt>
                <c:pt idx="255">
                  <c:v>1052.27</c:v>
                </c:pt>
                <c:pt idx="256">
                  <c:v>1052.5</c:v>
                </c:pt>
                <c:pt idx="257">
                  <c:v>1052.71</c:v>
                </c:pt>
                <c:pt idx="258">
                  <c:v>1052.95</c:v>
                </c:pt>
                <c:pt idx="259">
                  <c:v>1053.16</c:v>
                </c:pt>
                <c:pt idx="260">
                  <c:v>1053.37</c:v>
                </c:pt>
                <c:pt idx="261">
                  <c:v>1053.62</c:v>
                </c:pt>
                <c:pt idx="262">
                  <c:v>1053.84</c:v>
                </c:pt>
                <c:pt idx="263">
                  <c:v>1054.06</c:v>
                </c:pt>
                <c:pt idx="264">
                  <c:v>1054.3</c:v>
                </c:pt>
                <c:pt idx="265">
                  <c:v>1054.53</c:v>
                </c:pt>
                <c:pt idx="266">
                  <c:v>1054.76</c:v>
                </c:pt>
                <c:pt idx="267">
                  <c:v>1054.98</c:v>
                </c:pt>
                <c:pt idx="268">
                  <c:v>1055.19</c:v>
                </c:pt>
                <c:pt idx="269">
                  <c:v>1055.4</c:v>
                </c:pt>
                <c:pt idx="270">
                  <c:v>1055.62</c:v>
                </c:pt>
                <c:pt idx="271">
                  <c:v>1055.83</c:v>
                </c:pt>
                <c:pt idx="272">
                  <c:v>1056.04</c:v>
                </c:pt>
                <c:pt idx="273">
                  <c:v>1056.26</c:v>
                </c:pt>
                <c:pt idx="274">
                  <c:v>1056.44</c:v>
                </c:pt>
                <c:pt idx="275">
                  <c:v>1056.66</c:v>
                </c:pt>
                <c:pt idx="276">
                  <c:v>1056.87</c:v>
                </c:pt>
                <c:pt idx="277">
                  <c:v>1057.09</c:v>
                </c:pt>
                <c:pt idx="278">
                  <c:v>1057.29</c:v>
                </c:pt>
                <c:pt idx="279">
                  <c:v>1057.5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905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Sheet1!$C$2:$C$281</c:f>
              <c:numCache>
                <c:formatCode>General</c:formatCode>
                <c:ptCount val="280"/>
                <c:pt idx="0">
                  <c:v>1000</c:v>
                </c:pt>
                <c:pt idx="1">
                  <c:v>954.34</c:v>
                </c:pt>
                <c:pt idx="2">
                  <c:v>954.34</c:v>
                </c:pt>
                <c:pt idx="3">
                  <c:v>954.34</c:v>
                </c:pt>
                <c:pt idx="4">
                  <c:v>954.34</c:v>
                </c:pt>
                <c:pt idx="5">
                  <c:v>930.42</c:v>
                </c:pt>
                <c:pt idx="6">
                  <c:v>904.11</c:v>
                </c:pt>
                <c:pt idx="7">
                  <c:v>904.11</c:v>
                </c:pt>
                <c:pt idx="8">
                  <c:v>904.11</c:v>
                </c:pt>
                <c:pt idx="9">
                  <c:v>904.11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905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Sheet1!$D$2:$D$281</c:f>
              <c:numCache>
                <c:formatCode>General</c:formatCode>
                <c:ptCount val="280"/>
                <c:pt idx="0">
                  <c:v>1000</c:v>
                </c:pt>
                <c:pt idx="1">
                  <c:v>1003</c:v>
                </c:pt>
                <c:pt idx="2">
                  <c:v>1005.77</c:v>
                </c:pt>
                <c:pt idx="3">
                  <c:v>1008.65</c:v>
                </c:pt>
                <c:pt idx="4">
                  <c:v>1011.47</c:v>
                </c:pt>
                <c:pt idx="5">
                  <c:v>1014.34</c:v>
                </c:pt>
                <c:pt idx="6">
                  <c:v>1017.11</c:v>
                </c:pt>
                <c:pt idx="7">
                  <c:v>1019.59</c:v>
                </c:pt>
                <c:pt idx="8">
                  <c:v>1022.33</c:v>
                </c:pt>
                <c:pt idx="9">
                  <c:v>1024.99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8"/>
      </c:catAx>
      <c:valAx>
        <c:axId val="2094734552"/>
        <c:scaling>
          <c:orientation val="minMax"/>
          <c:min val="858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173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224528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31596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98848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6285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6694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5838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54126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6052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RENDIMIENTO, es la tasa de politica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30936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400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583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6476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18872" y="7351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10 CLP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06040" y="2240280"/>
            <a:ext cx="48188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Rendimiento</a:t>
            </a:r>
            <a:endParaRPr lang="en-US" sz="75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2606040" y="2414016"/>
          <a:ext cx="4818888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Text 45"/>
          <p:cNvSpPr/>
          <p:nvPr/>
        </p:nvSpPr>
        <p:spPr>
          <a:xfrm>
            <a:off x="2606040" y="4315968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2606040" y="457200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645152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1" name="Text 47"/>
          <p:cNvSpPr/>
          <p:nvPr/>
        </p:nvSpPr>
        <p:spPr>
          <a:xfrm>
            <a:off x="2606040" y="5422392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2" name="Shape 48"/>
          <p:cNvSpPr/>
          <p:nvPr/>
        </p:nvSpPr>
        <p:spPr>
          <a:xfrm>
            <a:off x="2606040" y="5586984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650992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41248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83464"/>
              </a:tblGrid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-93.32%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-85.31%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RENDIMIENTO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66,20%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8872" y="245059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90472" y="245059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22,15%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8872" y="264261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90472" y="264261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11,65%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18872" y="283464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" y="292608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8872" y="310896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41,98%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46,23%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8872" y="356616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90472" y="3566160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11,80%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8872" y="375818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490472" y="375818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2026-05-17T03:06:25Z</dcterms:created>
  <dcterms:modified xsi:type="dcterms:W3CDTF">2026-05-17T03:06:25Z</dcterms:modified>
</cp:coreProperties>
</file>