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RENDIMIENTO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1005.69</c:v>
                </c:pt>
                <c:pt idx="2">
                  <c:v>1011.05</c:v>
                </c:pt>
                <c:pt idx="3">
                  <c:v>1016.85</c:v>
                </c:pt>
                <c:pt idx="4">
                  <c:v>1022.68</c:v>
                </c:pt>
                <c:pt idx="5">
                  <c:v>1028.81</c:v>
                </c:pt>
                <c:pt idx="6">
                  <c:v>1035.09</c:v>
                </c:pt>
                <c:pt idx="7">
                  <c:v>1040.98</c:v>
                </c:pt>
                <c:pt idx="8">
                  <c:v>1047.12</c:v>
                </c:pt>
                <c:pt idx="9">
                  <c:v>1053.38</c:v>
                </c:pt>
                <c:pt idx="10">
                  <c:v>1054.38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907.63</c:v>
                </c:pt>
                <c:pt idx="1">
                  <c:v>909.53</c:v>
                </c:pt>
                <c:pt idx="2">
                  <c:v>913.59</c:v>
                </c:pt>
                <c:pt idx="3">
                  <c:v>913.59</c:v>
                </c:pt>
                <c:pt idx="4">
                  <c:v>915.24</c:v>
                </c:pt>
                <c:pt idx="5">
                  <c:v>917.14</c:v>
                </c:pt>
                <c:pt idx="6">
                  <c:v>919.08</c:v>
                </c:pt>
                <c:pt idx="7">
                  <c:v>921.04</c:v>
                </c:pt>
                <c:pt idx="8">
                  <c:v>923.01</c:v>
                </c:pt>
                <c:pt idx="9">
                  <c:v>925.03</c:v>
                </c:pt>
                <c:pt idx="10">
                  <c:v>926.95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77.270.963-3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2021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menor valor entre 0,25% anual + IVA sobre el patrimonio neto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Rendimiento,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Rendimiento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0,60%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7,16%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2017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2.77%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2018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2019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2021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2022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2023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2024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RENDIMIENTO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41,98%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46,23%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11,80%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2026-05-18T12:41:28Z</dcterms:created>
  <dcterms:modified xsi:type="dcterms:W3CDTF">2026-05-18T12:41:28Z</dcterms:modified>
</cp:coreProperties>
</file>