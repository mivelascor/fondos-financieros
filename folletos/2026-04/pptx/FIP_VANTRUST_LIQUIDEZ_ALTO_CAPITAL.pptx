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Sheet1!$B$2:$B$93</c:f>
              <c:numCache>
                <c:formatCode>General</c:formatCode>
                <c:ptCount val="92"/>
                <c:pt idx="0">
                  <c:v>100</c:v>
                </c:pt>
                <c:pt idx="1">
                  <c:v>100.23</c:v>
                </c:pt>
                <c:pt idx="2">
                  <c:v>100.46</c:v>
                </c:pt>
                <c:pt idx="3">
                  <c:v>100.7</c:v>
                </c:pt>
                <c:pt idx="4">
                  <c:v>100.94</c:v>
                </c:pt>
                <c:pt idx="5">
                  <c:v>101.17</c:v>
                </c:pt>
                <c:pt idx="6">
                  <c:v>101.43</c:v>
                </c:pt>
                <c:pt idx="7">
                  <c:v>101.68</c:v>
                </c:pt>
                <c:pt idx="8">
                  <c:v>101.95</c:v>
                </c:pt>
                <c:pt idx="9">
                  <c:v>102.17</c:v>
                </c:pt>
                <c:pt idx="10">
                  <c:v>102.39</c:v>
                </c:pt>
                <c:pt idx="11">
                  <c:v>102.61</c:v>
                </c:pt>
                <c:pt idx="12">
                  <c:v>102.79</c:v>
                </c:pt>
                <c:pt idx="13">
                  <c:v>102.96</c:v>
                </c:pt>
                <c:pt idx="14">
                  <c:v>103.11</c:v>
                </c:pt>
                <c:pt idx="15">
                  <c:v>103.26</c:v>
                </c:pt>
                <c:pt idx="16">
                  <c:v>103.43</c:v>
                </c:pt>
                <c:pt idx="17">
                  <c:v>103.58</c:v>
                </c:pt>
                <c:pt idx="18">
                  <c:v>103.69</c:v>
                </c:pt>
                <c:pt idx="19">
                  <c:v>103.74</c:v>
                </c:pt>
                <c:pt idx="20">
                  <c:v>103.78</c:v>
                </c:pt>
                <c:pt idx="21">
                  <c:v>103.82</c:v>
                </c:pt>
                <c:pt idx="22">
                  <c:v>103.87</c:v>
                </c:pt>
                <c:pt idx="23">
                  <c:v>103.91</c:v>
                </c:pt>
                <c:pt idx="24">
                  <c:v>103.95</c:v>
                </c:pt>
                <c:pt idx="25">
                  <c:v>103.99</c:v>
                </c:pt>
                <c:pt idx="26">
                  <c:v>104.02</c:v>
                </c:pt>
                <c:pt idx="27">
                  <c:v>104.06</c:v>
                </c:pt>
                <c:pt idx="28">
                  <c:v>104.09</c:v>
                </c:pt>
                <c:pt idx="29">
                  <c:v>104.12</c:v>
                </c:pt>
                <c:pt idx="30">
                  <c:v>104.14</c:v>
                </c:pt>
                <c:pt idx="31">
                  <c:v>104.17</c:v>
                </c:pt>
                <c:pt idx="32">
                  <c:v>104.2</c:v>
                </c:pt>
                <c:pt idx="33">
                  <c:v>104.23</c:v>
                </c:pt>
                <c:pt idx="34">
                  <c:v>104.28</c:v>
                </c:pt>
                <c:pt idx="35">
                  <c:v>104.35</c:v>
                </c:pt>
                <c:pt idx="36">
                  <c:v>104.48</c:v>
                </c:pt>
                <c:pt idx="37">
                  <c:v>104.69</c:v>
                </c:pt>
                <c:pt idx="38">
                  <c:v>104.92</c:v>
                </c:pt>
                <c:pt idx="39">
                  <c:v>105.25</c:v>
                </c:pt>
                <c:pt idx="40">
                  <c:v>105.61</c:v>
                </c:pt>
                <c:pt idx="41">
                  <c:v>106.06</c:v>
                </c:pt>
                <c:pt idx="42">
                  <c:v>106.58</c:v>
                </c:pt>
                <c:pt idx="43">
                  <c:v>107.16</c:v>
                </c:pt>
                <c:pt idx="44">
                  <c:v>107.92</c:v>
                </c:pt>
                <c:pt idx="45">
                  <c:v>108.72</c:v>
                </c:pt>
                <c:pt idx="46">
                  <c:v>109.54</c:v>
                </c:pt>
                <c:pt idx="47">
                  <c:v>110.52</c:v>
                </c:pt>
                <c:pt idx="48">
                  <c:v>111.5</c:v>
                </c:pt>
                <c:pt idx="49">
                  <c:v>112.46</c:v>
                </c:pt>
                <c:pt idx="50">
                  <c:v>113.62</c:v>
                </c:pt>
                <c:pt idx="51">
                  <c:v>114.69</c:v>
                </c:pt>
                <c:pt idx="52">
                  <c:v>115.84</c:v>
                </c:pt>
                <c:pt idx="53">
                  <c:v>116.86</c:v>
                </c:pt>
                <c:pt idx="54">
                  <c:v>118</c:v>
                </c:pt>
                <c:pt idx="55">
                  <c:v>119.03</c:v>
                </c:pt>
                <c:pt idx="56">
                  <c:v>120.27</c:v>
                </c:pt>
                <c:pt idx="57">
                  <c:v>121.4</c:v>
                </c:pt>
                <c:pt idx="58">
                  <c:v>122.58</c:v>
                </c:pt>
                <c:pt idx="59">
                  <c:v>123.67</c:v>
                </c:pt>
                <c:pt idx="60">
                  <c:v>124.63</c:v>
                </c:pt>
                <c:pt idx="61">
                  <c:v>125.69</c:v>
                </c:pt>
                <c:pt idx="62">
                  <c:v>126.63</c:v>
                </c:pt>
                <c:pt idx="63">
                  <c:v>127.53</c:v>
                </c:pt>
                <c:pt idx="64">
                  <c:v>128.47</c:v>
                </c:pt>
                <c:pt idx="65">
                  <c:v>129.25</c:v>
                </c:pt>
                <c:pt idx="66">
                  <c:v>129.98</c:v>
                </c:pt>
                <c:pt idx="67">
                  <c:v>130.77</c:v>
                </c:pt>
                <c:pt idx="68">
                  <c:v>131.5</c:v>
                </c:pt>
                <c:pt idx="69">
                  <c:v>132.1</c:v>
                </c:pt>
                <c:pt idx="70">
                  <c:v>132.8</c:v>
                </c:pt>
                <c:pt idx="71">
                  <c:v>133.44</c:v>
                </c:pt>
                <c:pt idx="72">
                  <c:v>134.08</c:v>
                </c:pt>
                <c:pt idx="73">
                  <c:v>134.68</c:v>
                </c:pt>
                <c:pt idx="74">
                  <c:v>135.27</c:v>
                </c:pt>
                <c:pt idx="75">
                  <c:v>135.87</c:v>
                </c:pt>
                <c:pt idx="76">
                  <c:v>136.48</c:v>
                </c:pt>
                <c:pt idx="77">
                  <c:v>137.01</c:v>
                </c:pt>
                <c:pt idx="78">
                  <c:v>137.6</c:v>
                </c:pt>
                <c:pt idx="79">
                  <c:v>138.18</c:v>
                </c:pt>
                <c:pt idx="80">
                  <c:v>138.75</c:v>
                </c:pt>
                <c:pt idx="81">
                  <c:v>139.35</c:v>
                </c:pt>
                <c:pt idx="82">
                  <c:v>139.95</c:v>
                </c:pt>
                <c:pt idx="83">
                  <c:v>140.49</c:v>
                </c:pt>
                <c:pt idx="84">
                  <c:v>141.08</c:v>
                </c:pt>
                <c:pt idx="85">
                  <c:v>141.64</c:v>
                </c:pt>
                <c:pt idx="86">
                  <c:v>142.18</c:v>
                </c:pt>
                <c:pt idx="87">
                  <c:v>142.77</c:v>
                </c:pt>
                <c:pt idx="88">
                  <c:v>143.33</c:v>
                </c:pt>
                <c:pt idx="89">
                  <c:v>143.85</c:v>
                </c:pt>
                <c:pt idx="90">
                  <c:v>144.41</c:v>
                </c:pt>
                <c:pt idx="91">
                  <c:v>107.67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Sheet1!$C$2:$C$93</c:f>
              <c:numCache>
                <c:formatCode>General</c:formatCode>
                <c:ptCount val="92"/>
                <c:pt idx="0">
                  <c:v>100</c:v>
                </c:pt>
                <c:pt idx="1">
                  <c:v>100.16</c:v>
                </c:pt>
                <c:pt idx="2">
                  <c:v>100.46</c:v>
                </c:pt>
                <c:pt idx="3">
                  <c:v>100.87</c:v>
                </c:pt>
                <c:pt idx="4">
                  <c:v>101.17</c:v>
                </c:pt>
                <c:pt idx="5">
                  <c:v>101.43</c:v>
                </c:pt>
                <c:pt idx="6">
                  <c:v>101.74</c:v>
                </c:pt>
                <c:pt idx="7">
                  <c:v>102.06</c:v>
                </c:pt>
                <c:pt idx="8">
                  <c:v>102.39</c:v>
                </c:pt>
                <c:pt idx="9">
                  <c:v>102.72</c:v>
                </c:pt>
                <c:pt idx="10">
                  <c:v>103.04</c:v>
                </c:pt>
                <c:pt idx="11">
                  <c:v>103.33</c:v>
                </c:pt>
                <c:pt idx="12">
                  <c:v>103.59</c:v>
                </c:pt>
                <c:pt idx="13">
                  <c:v>103.83</c:v>
                </c:pt>
                <c:pt idx="14">
                  <c:v>104.02</c:v>
                </c:pt>
                <c:pt idx="15">
                  <c:v>104.22</c:v>
                </c:pt>
                <c:pt idx="16">
                  <c:v>104.42</c:v>
                </c:pt>
                <c:pt idx="17">
                  <c:v>104.6</c:v>
                </c:pt>
                <c:pt idx="18">
                  <c:v>104.79</c:v>
                </c:pt>
                <c:pt idx="19">
                  <c:v>104.98</c:v>
                </c:pt>
                <c:pt idx="20">
                  <c:v>105.17</c:v>
                </c:pt>
                <c:pt idx="21">
                  <c:v>105.36</c:v>
                </c:pt>
                <c:pt idx="22">
                  <c:v>105.54</c:v>
                </c:pt>
                <c:pt idx="23">
                  <c:v>105.71</c:v>
                </c:pt>
                <c:pt idx="24">
                  <c:v>105.86</c:v>
                </c:pt>
                <c:pt idx="25">
                  <c:v>106</c:v>
                </c:pt>
                <c:pt idx="26">
                  <c:v>106.17</c:v>
                </c:pt>
                <c:pt idx="27">
                  <c:v>106.57</c:v>
                </c:pt>
                <c:pt idx="28">
                  <c:v>106.68</c:v>
                </c:pt>
                <c:pt idx="29">
                  <c:v>106.8</c:v>
                </c:pt>
                <c:pt idx="30">
                  <c:v>106.93</c:v>
                </c:pt>
                <c:pt idx="31">
                  <c:v>107.01</c:v>
                </c:pt>
                <c:pt idx="32">
                  <c:v>107.18</c:v>
                </c:pt>
                <c:pt idx="33">
                  <c:v>107.33</c:v>
                </c:pt>
                <c:pt idx="34">
                  <c:v>107.44</c:v>
                </c:pt>
                <c:pt idx="35">
                  <c:v>107.55</c:v>
                </c:pt>
                <c:pt idx="36">
                  <c:v>107.68</c:v>
                </c:pt>
                <c:pt idx="37">
                  <c:v>107.82</c:v>
                </c:pt>
                <c:pt idx="38">
                  <c:v>108</c:v>
                </c:pt>
                <c:pt idx="39">
                  <c:v>108.25</c:v>
                </c:pt>
                <c:pt idx="40">
                  <c:v>108.6</c:v>
                </c:pt>
                <c:pt idx="41">
                  <c:v>109.02</c:v>
                </c:pt>
                <c:pt idx="42">
                  <c:v>109.57</c:v>
                </c:pt>
                <c:pt idx="43">
                  <c:v>110.32</c:v>
                </c:pt>
                <c:pt idx="44">
                  <c:v>111.16</c:v>
                </c:pt>
                <c:pt idx="45">
                  <c:v>111.9</c:v>
                </c:pt>
                <c:pt idx="46">
                  <c:v>112.78</c:v>
                </c:pt>
                <c:pt idx="47">
                  <c:v>113.71</c:v>
                </c:pt>
                <c:pt idx="48">
                  <c:v>114.66</c:v>
                </c:pt>
                <c:pt idx="49">
                  <c:v>115.63</c:v>
                </c:pt>
                <c:pt idx="50">
                  <c:v>116.8</c:v>
                </c:pt>
                <c:pt idx="51">
                  <c:v>117.97</c:v>
                </c:pt>
                <c:pt idx="52">
                  <c:v>119.18</c:v>
                </c:pt>
                <c:pt idx="53">
                  <c:v>120.11</c:v>
                </c:pt>
                <c:pt idx="54">
                  <c:v>121.3</c:v>
                </c:pt>
                <c:pt idx="55">
                  <c:v>122.42</c:v>
                </c:pt>
                <c:pt idx="56">
                  <c:v>123.73</c:v>
                </c:pt>
                <c:pt idx="57">
                  <c:v>124.93</c:v>
                </c:pt>
                <c:pt idx="58">
                  <c:v>126.2</c:v>
                </c:pt>
                <c:pt idx="59">
                  <c:v>127.42</c:v>
                </c:pt>
                <c:pt idx="60">
                  <c:v>128.59</c:v>
                </c:pt>
                <c:pt idx="61">
                  <c:v>129.68</c:v>
                </c:pt>
                <c:pt idx="62">
                  <c:v>130.63</c:v>
                </c:pt>
                <c:pt idx="63">
                  <c:v>132.27</c:v>
                </c:pt>
                <c:pt idx="64">
                  <c:v>133.53</c:v>
                </c:pt>
                <c:pt idx="65">
                  <c:v>134.46</c:v>
                </c:pt>
                <c:pt idx="66">
                  <c:v>135.33</c:v>
                </c:pt>
                <c:pt idx="67">
                  <c:v>136.24</c:v>
                </c:pt>
                <c:pt idx="68">
                  <c:v>137.11</c:v>
                </c:pt>
                <c:pt idx="69">
                  <c:v>137.92</c:v>
                </c:pt>
                <c:pt idx="70">
                  <c:v>138.56</c:v>
                </c:pt>
                <c:pt idx="71">
                  <c:v>139.17</c:v>
                </c:pt>
                <c:pt idx="72">
                  <c:v>139.88</c:v>
                </c:pt>
                <c:pt idx="73">
                  <c:v>140.55</c:v>
                </c:pt>
                <c:pt idx="74">
                  <c:v>141.14</c:v>
                </c:pt>
                <c:pt idx="75">
                  <c:v>141.86</c:v>
                </c:pt>
                <c:pt idx="76">
                  <c:v>142.45</c:v>
                </c:pt>
                <c:pt idx="77">
                  <c:v>143.01</c:v>
                </c:pt>
                <c:pt idx="78">
                  <c:v>143.67</c:v>
                </c:pt>
                <c:pt idx="79">
                  <c:v>144.33</c:v>
                </c:pt>
                <c:pt idx="80">
                  <c:v>144.99</c:v>
                </c:pt>
                <c:pt idx="81">
                  <c:v>145.73</c:v>
                </c:pt>
                <c:pt idx="82">
                  <c:v>146.49</c:v>
                </c:pt>
                <c:pt idx="83">
                  <c:v>147.2</c:v>
                </c:pt>
                <c:pt idx="84">
                  <c:v>147.86</c:v>
                </c:pt>
                <c:pt idx="85">
                  <c:v>148.54</c:v>
                </c:pt>
                <c:pt idx="86">
                  <c:v>149.33</c:v>
                </c:pt>
                <c:pt idx="87">
                  <c:v>150.07</c:v>
                </c:pt>
                <c:pt idx="88">
                  <c:v>150.88</c:v>
                </c:pt>
                <c:pt idx="89">
                  <c:v>151.63</c:v>
                </c:pt>
                <c:pt idx="90">
                  <c:v>152.49</c:v>
                </c:pt>
                <c:pt idx="91">
                  <c:v>153.34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Sheet1!$D$2:$D$93</c:f>
              <c:numCache>
                <c:formatCode>General</c:formatCode>
                <c:ptCount val="92"/>
                <c:pt idx="0">
                  <c:v>100</c:v>
                </c:pt>
                <c:pt idx="1">
                  <c:v>442.43</c:v>
                </c:pt>
                <c:pt idx="2">
                  <c:v>442.88</c:v>
                </c:pt>
                <c:pt idx="3">
                  <c:v>443.5</c:v>
                </c:pt>
                <c:pt idx="4">
                  <c:v>444.1</c:v>
                </c:pt>
                <c:pt idx="5">
                  <c:v>444.68</c:v>
                </c:pt>
                <c:pt idx="6">
                  <c:v>445.33</c:v>
                </c:pt>
                <c:pt idx="7">
                  <c:v>445.96</c:v>
                </c:pt>
                <c:pt idx="8">
                  <c:v>446.57</c:v>
                </c:pt>
                <c:pt idx="9">
                  <c:v>447.1</c:v>
                </c:pt>
                <c:pt idx="10">
                  <c:v>447.57</c:v>
                </c:pt>
                <c:pt idx="11">
                  <c:v>448</c:v>
                </c:pt>
                <c:pt idx="12">
                  <c:v>448.48</c:v>
                </c:pt>
                <c:pt idx="13">
                  <c:v>448.77</c:v>
                </c:pt>
                <c:pt idx="14">
                  <c:v>449.08</c:v>
                </c:pt>
                <c:pt idx="15">
                  <c:v>449.36</c:v>
                </c:pt>
                <c:pt idx="16">
                  <c:v>449.59</c:v>
                </c:pt>
                <c:pt idx="17">
                  <c:v>449.8</c:v>
                </c:pt>
                <c:pt idx="18">
                  <c:v>450.23</c:v>
                </c:pt>
                <c:pt idx="19">
                  <c:v>451.22</c:v>
                </c:pt>
                <c:pt idx="20">
                  <c:v>451.29</c:v>
                </c:pt>
                <c:pt idx="21">
                  <c:v>451.36</c:v>
                </c:pt>
                <c:pt idx="22">
                  <c:v>451.41</c:v>
                </c:pt>
                <c:pt idx="23">
                  <c:v>451.49</c:v>
                </c:pt>
                <c:pt idx="24">
                  <c:v>451.53</c:v>
                </c:pt>
                <c:pt idx="25">
                  <c:v>451.56</c:v>
                </c:pt>
                <c:pt idx="26">
                  <c:v>451.58</c:v>
                </c:pt>
                <c:pt idx="27">
                  <c:v>451.61</c:v>
                </c:pt>
                <c:pt idx="28">
                  <c:v>451.63</c:v>
                </c:pt>
                <c:pt idx="29">
                  <c:v>451.66</c:v>
                </c:pt>
                <c:pt idx="30">
                  <c:v>451.68</c:v>
                </c:pt>
                <c:pt idx="31">
                  <c:v>451.71</c:v>
                </c:pt>
                <c:pt idx="32">
                  <c:v>451.74</c:v>
                </c:pt>
                <c:pt idx="33">
                  <c:v>451.77</c:v>
                </c:pt>
                <c:pt idx="34">
                  <c:v>451.79</c:v>
                </c:pt>
                <c:pt idx="35">
                  <c:v>451.82</c:v>
                </c:pt>
                <c:pt idx="36">
                  <c:v>451.77</c:v>
                </c:pt>
                <c:pt idx="37">
                  <c:v>452.23</c:v>
                </c:pt>
                <c:pt idx="38">
                  <c:v>452.8</c:v>
                </c:pt>
                <c:pt idx="39">
                  <c:v>453.63</c:v>
                </c:pt>
                <c:pt idx="40">
                  <c:v>454.79</c:v>
                </c:pt>
                <c:pt idx="41">
                  <c:v>456.29</c:v>
                </c:pt>
                <c:pt idx="42">
                  <c:v>458.02</c:v>
                </c:pt>
                <c:pt idx="43">
                  <c:v>460.12</c:v>
                </c:pt>
                <c:pt idx="44">
                  <c:v>462.65</c:v>
                </c:pt>
                <c:pt idx="45">
                  <c:v>465.38</c:v>
                </c:pt>
                <c:pt idx="46">
                  <c:v>468.41</c:v>
                </c:pt>
                <c:pt idx="47">
                  <c:v>471.7</c:v>
                </c:pt>
                <c:pt idx="48">
                  <c:v>475.16</c:v>
                </c:pt>
                <c:pt idx="49">
                  <c:v>478.6</c:v>
                </c:pt>
                <c:pt idx="50">
                  <c:v>482.78</c:v>
                </c:pt>
                <c:pt idx="51">
                  <c:v>486.61</c:v>
                </c:pt>
                <c:pt idx="52">
                  <c:v>490.72</c:v>
                </c:pt>
                <c:pt idx="53">
                  <c:v>494.34</c:v>
                </c:pt>
                <c:pt idx="54">
                  <c:v>498.4</c:v>
                </c:pt>
                <c:pt idx="55">
                  <c:v>502.12</c:v>
                </c:pt>
                <c:pt idx="56">
                  <c:v>506.55</c:v>
                </c:pt>
                <c:pt idx="57">
                  <c:v>510.61</c:v>
                </c:pt>
                <c:pt idx="58">
                  <c:v>514.8</c:v>
                </c:pt>
                <c:pt idx="59">
                  <c:v>518.71</c:v>
                </c:pt>
                <c:pt idx="60">
                  <c:v>522.23</c:v>
                </c:pt>
                <c:pt idx="61">
                  <c:v>525.71</c:v>
                </c:pt>
                <c:pt idx="62">
                  <c:v>528.95</c:v>
                </c:pt>
                <c:pt idx="63">
                  <c:v>532.18</c:v>
                </c:pt>
                <c:pt idx="64">
                  <c:v>535.31</c:v>
                </c:pt>
                <c:pt idx="65">
                  <c:v>538.03</c:v>
                </c:pt>
                <c:pt idx="66">
                  <c:v>540.42</c:v>
                </c:pt>
                <c:pt idx="67">
                  <c:v>542.97</c:v>
                </c:pt>
                <c:pt idx="68">
                  <c:v>545.24</c:v>
                </c:pt>
                <c:pt idx="69">
                  <c:v>547.23</c:v>
                </c:pt>
                <c:pt idx="70">
                  <c:v>549.22</c:v>
                </c:pt>
                <c:pt idx="71">
                  <c:v>551.21</c:v>
                </c:pt>
                <c:pt idx="72">
                  <c:v>553.07</c:v>
                </c:pt>
                <c:pt idx="73">
                  <c:v>554.96</c:v>
                </c:pt>
                <c:pt idx="74">
                  <c:v>556.74</c:v>
                </c:pt>
                <c:pt idx="75">
                  <c:v>558.54</c:v>
                </c:pt>
                <c:pt idx="76">
                  <c:v>560.23</c:v>
                </c:pt>
                <c:pt idx="77">
                  <c:v>561.78</c:v>
                </c:pt>
                <c:pt idx="78">
                  <c:v>563.5</c:v>
                </c:pt>
                <c:pt idx="79">
                  <c:v>565.17</c:v>
                </c:pt>
                <c:pt idx="80">
                  <c:v>566.92</c:v>
                </c:pt>
                <c:pt idx="81">
                  <c:v>568.62</c:v>
                </c:pt>
                <c:pt idx="82">
                  <c:v>570.3</c:v>
                </c:pt>
                <c:pt idx="83">
                  <c:v>572.01</c:v>
                </c:pt>
                <c:pt idx="84">
                  <c:v>573.59</c:v>
                </c:pt>
                <c:pt idx="85">
                  <c:v>575.23</c:v>
                </c:pt>
                <c:pt idx="86">
                  <c:v>576.84</c:v>
                </c:pt>
                <c:pt idx="87">
                  <c:v>578.48</c:v>
                </c:pt>
                <c:pt idx="88">
                  <c:v>580.05</c:v>
                </c:pt>
                <c:pt idx="89">
                  <c:v>581.47</c:v>
                </c:pt>
                <c:pt idx="90">
                  <c:v>583.03</c:v>
                </c:pt>
                <c:pt idx="9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2026-05-19T14:05:47Z</dcterms:created>
  <dcterms:modified xsi:type="dcterms:W3CDTF">2026-05-19T14:05:47Z</dcterms:modified>
</cp:coreProperties>
</file>