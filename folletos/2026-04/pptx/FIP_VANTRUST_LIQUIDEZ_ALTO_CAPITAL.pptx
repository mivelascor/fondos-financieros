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1004.87</c:v>
                </c:pt>
                <c:pt idx="2">
                  <c:v>1009.39</c:v>
                </c:pt>
                <c:pt idx="3">
                  <c:v>1014.02</c:v>
                </c:pt>
                <c:pt idx="4">
                  <c:v>1019.43</c:v>
                </c:pt>
                <c:pt idx="5">
                  <c:v>1024.45</c:v>
                </c:pt>
                <c:pt idx="6">
                  <c:v>1029.96</c:v>
                </c:pt>
                <c:pt idx="7">
                  <c:v>1035.11</c:v>
                </c:pt>
                <c:pt idx="8">
                  <c:v>1040.97</c:v>
                </c:pt>
                <c:pt idx="9">
                  <c:v>1046.81</c:v>
                </c:pt>
                <c:pt idx="10">
                  <c:v>1047.78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2026-05-18T17:50:25Z</dcterms:created>
  <dcterms:modified xsi:type="dcterms:W3CDTF">2026-05-18T17:50:25Z</dcterms:modified>
</cp:coreProperties>
</file>