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Alto Capital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Sheet1!$B$2:$B$281</c:f>
              <c:numCache>
                <c:formatCode>General</c:formatCode>
                <c:ptCount val="280"/>
                <c:pt idx="0">
                  <c:v>1000</c:v>
                </c:pt>
                <c:pt idx="1">
                  <c:v>1000.18</c:v>
                </c:pt>
                <c:pt idx="2">
                  <c:v>1000.34</c:v>
                </c:pt>
                <c:pt idx="3">
                  <c:v>1000.56</c:v>
                </c:pt>
                <c:pt idx="4">
                  <c:v>1000.78</c:v>
                </c:pt>
                <c:pt idx="5">
                  <c:v>1000.96</c:v>
                </c:pt>
                <c:pt idx="6">
                  <c:v>1001.14</c:v>
                </c:pt>
                <c:pt idx="7">
                  <c:v>1001.32</c:v>
                </c:pt>
                <c:pt idx="8">
                  <c:v>1001.48</c:v>
                </c:pt>
                <c:pt idx="9">
                  <c:v>1001.67</c:v>
                </c:pt>
                <c:pt idx="10">
                  <c:v>1001.84</c:v>
                </c:pt>
                <c:pt idx="11">
                  <c:v>1002.01</c:v>
                </c:pt>
                <c:pt idx="12">
                  <c:v>1002.18</c:v>
                </c:pt>
                <c:pt idx="13">
                  <c:v>1002.36</c:v>
                </c:pt>
                <c:pt idx="14">
                  <c:v>1002.53</c:v>
                </c:pt>
                <c:pt idx="15">
                  <c:v>1002.7</c:v>
                </c:pt>
                <c:pt idx="16">
                  <c:v>1002.88</c:v>
                </c:pt>
                <c:pt idx="17">
                  <c:v>1003.05</c:v>
                </c:pt>
                <c:pt idx="18">
                  <c:v>1003.22</c:v>
                </c:pt>
                <c:pt idx="19">
                  <c:v>1003.36</c:v>
                </c:pt>
                <c:pt idx="20">
                  <c:v>1003.53</c:v>
                </c:pt>
                <c:pt idx="21">
                  <c:v>1003.7</c:v>
                </c:pt>
                <c:pt idx="22">
                  <c:v>1003.88</c:v>
                </c:pt>
                <c:pt idx="23">
                  <c:v>1004.05</c:v>
                </c:pt>
                <c:pt idx="24">
                  <c:v>1004.23</c:v>
                </c:pt>
                <c:pt idx="25">
                  <c:v>1004.4</c:v>
                </c:pt>
                <c:pt idx="26">
                  <c:v>1004.57</c:v>
                </c:pt>
                <c:pt idx="27">
                  <c:v>1004.74</c:v>
                </c:pt>
                <c:pt idx="28">
                  <c:v>1004.92</c:v>
                </c:pt>
                <c:pt idx="29">
                  <c:v>1005.09</c:v>
                </c:pt>
                <c:pt idx="30">
                  <c:v>1005.27</c:v>
                </c:pt>
                <c:pt idx="31">
                  <c:v>1005.45</c:v>
                </c:pt>
                <c:pt idx="32">
                  <c:v>1005.62</c:v>
                </c:pt>
                <c:pt idx="33">
                  <c:v>1005.8</c:v>
                </c:pt>
                <c:pt idx="34">
                  <c:v>1005.88</c:v>
                </c:pt>
                <c:pt idx="35">
                  <c:v>1006.05</c:v>
                </c:pt>
                <c:pt idx="36">
                  <c:v>1006.23</c:v>
                </c:pt>
                <c:pt idx="37">
                  <c:v>1006.41</c:v>
                </c:pt>
                <c:pt idx="38">
                  <c:v>1006.58</c:v>
                </c:pt>
                <c:pt idx="39">
                  <c:v>1006.76</c:v>
                </c:pt>
                <c:pt idx="40">
                  <c:v>1006.98</c:v>
                </c:pt>
                <c:pt idx="41">
                  <c:v>1007.15</c:v>
                </c:pt>
                <c:pt idx="42">
                  <c:v>1007.33</c:v>
                </c:pt>
                <c:pt idx="43">
                  <c:v>1007.51</c:v>
                </c:pt>
                <c:pt idx="44">
                  <c:v>1007.68</c:v>
                </c:pt>
                <c:pt idx="45">
                  <c:v>1007.86</c:v>
                </c:pt>
                <c:pt idx="46">
                  <c:v>1008.03</c:v>
                </c:pt>
                <c:pt idx="47">
                  <c:v>1008.11</c:v>
                </c:pt>
                <c:pt idx="48">
                  <c:v>1008.29</c:v>
                </c:pt>
                <c:pt idx="49">
                  <c:v>1008.46</c:v>
                </c:pt>
                <c:pt idx="50">
                  <c:v>1008.64</c:v>
                </c:pt>
                <c:pt idx="51">
                  <c:v>1008.82</c:v>
                </c:pt>
                <c:pt idx="52">
                  <c:v>1008.99</c:v>
                </c:pt>
                <c:pt idx="53">
                  <c:v>1009.17</c:v>
                </c:pt>
                <c:pt idx="54">
                  <c:v>1009.34</c:v>
                </c:pt>
                <c:pt idx="55">
                  <c:v>1009.52</c:v>
                </c:pt>
                <c:pt idx="56">
                  <c:v>1009.69</c:v>
                </c:pt>
                <c:pt idx="57">
                  <c:v>1009.9</c:v>
                </c:pt>
                <c:pt idx="58">
                  <c:v>1010.1</c:v>
                </c:pt>
                <c:pt idx="59">
                  <c:v>1010.27</c:v>
                </c:pt>
                <c:pt idx="60">
                  <c:v>1010.45</c:v>
                </c:pt>
                <c:pt idx="61">
                  <c:v>1010.5</c:v>
                </c:pt>
                <c:pt idx="62">
                  <c:v>1010.68</c:v>
                </c:pt>
                <c:pt idx="63">
                  <c:v>1010.85</c:v>
                </c:pt>
                <c:pt idx="64">
                  <c:v>1011.03</c:v>
                </c:pt>
                <c:pt idx="65">
                  <c:v>1011.2</c:v>
                </c:pt>
                <c:pt idx="66">
                  <c:v>1011.37</c:v>
                </c:pt>
                <c:pt idx="67">
                  <c:v>1011.54</c:v>
                </c:pt>
                <c:pt idx="68">
                  <c:v>1011.71</c:v>
                </c:pt>
                <c:pt idx="69">
                  <c:v>1011.88</c:v>
                </c:pt>
                <c:pt idx="70">
                  <c:v>1012.05</c:v>
                </c:pt>
                <c:pt idx="71">
                  <c:v>1012.23</c:v>
                </c:pt>
                <c:pt idx="72">
                  <c:v>1012.41</c:v>
                </c:pt>
                <c:pt idx="73">
                  <c:v>1012.58</c:v>
                </c:pt>
                <c:pt idx="74">
                  <c:v>1012.73</c:v>
                </c:pt>
                <c:pt idx="75">
                  <c:v>1012.79</c:v>
                </c:pt>
                <c:pt idx="76">
                  <c:v>1012.95</c:v>
                </c:pt>
                <c:pt idx="77">
                  <c:v>1013.12</c:v>
                </c:pt>
                <c:pt idx="78">
                  <c:v>1013.29</c:v>
                </c:pt>
                <c:pt idx="79">
                  <c:v>1013.47</c:v>
                </c:pt>
                <c:pt idx="80">
                  <c:v>1013.64</c:v>
                </c:pt>
                <c:pt idx="81">
                  <c:v>1013.82</c:v>
                </c:pt>
                <c:pt idx="82">
                  <c:v>1013.99</c:v>
                </c:pt>
                <c:pt idx="83">
                  <c:v>1014.17</c:v>
                </c:pt>
                <c:pt idx="84">
                  <c:v>1014.34</c:v>
                </c:pt>
                <c:pt idx="85">
                  <c:v>1014.52</c:v>
                </c:pt>
                <c:pt idx="86">
                  <c:v>1014.69</c:v>
                </c:pt>
                <c:pt idx="87">
                  <c:v>1014.86</c:v>
                </c:pt>
                <c:pt idx="88">
                  <c:v>1015.03</c:v>
                </c:pt>
                <c:pt idx="89">
                  <c:v>1015.2</c:v>
                </c:pt>
                <c:pt idx="90">
                  <c:v>1015.35</c:v>
                </c:pt>
                <c:pt idx="91">
                  <c:v>1015.52</c:v>
                </c:pt>
                <c:pt idx="92">
                  <c:v>1015.69</c:v>
                </c:pt>
                <c:pt idx="93">
                  <c:v>1015.86</c:v>
                </c:pt>
                <c:pt idx="94">
                  <c:v>1016.03</c:v>
                </c:pt>
                <c:pt idx="95">
                  <c:v>1016.25</c:v>
                </c:pt>
                <c:pt idx="96">
                  <c:v>1016.42</c:v>
                </c:pt>
                <c:pt idx="97">
                  <c:v>1016.56</c:v>
                </c:pt>
                <c:pt idx="98">
                  <c:v>1016.74</c:v>
                </c:pt>
                <c:pt idx="99">
                  <c:v>1016.91</c:v>
                </c:pt>
                <c:pt idx="100">
                  <c:v>1017.1</c:v>
                </c:pt>
                <c:pt idx="101">
                  <c:v>1017.35</c:v>
                </c:pt>
                <c:pt idx="102">
                  <c:v>1017.6</c:v>
                </c:pt>
                <c:pt idx="103">
                  <c:v>1017.66</c:v>
                </c:pt>
                <c:pt idx="104">
                  <c:v>1017.85</c:v>
                </c:pt>
                <c:pt idx="105">
                  <c:v>1018.05</c:v>
                </c:pt>
                <c:pt idx="106">
                  <c:v>1018.24</c:v>
                </c:pt>
                <c:pt idx="107">
                  <c:v>1018.49</c:v>
                </c:pt>
                <c:pt idx="108">
                  <c:v>1018.75</c:v>
                </c:pt>
                <c:pt idx="109">
                  <c:v>1019.01</c:v>
                </c:pt>
                <c:pt idx="110">
                  <c:v>1019.21</c:v>
                </c:pt>
                <c:pt idx="111">
                  <c:v>1019.41</c:v>
                </c:pt>
                <c:pt idx="112">
                  <c:v>1019.66</c:v>
                </c:pt>
                <c:pt idx="113">
                  <c:v>1019.86</c:v>
                </c:pt>
                <c:pt idx="114">
                  <c:v>1020.07</c:v>
                </c:pt>
                <c:pt idx="115">
                  <c:v>1020.32</c:v>
                </c:pt>
                <c:pt idx="116">
                  <c:v>1020.58</c:v>
                </c:pt>
                <c:pt idx="117">
                  <c:v>1020.75</c:v>
                </c:pt>
                <c:pt idx="118">
                  <c:v>1020.82</c:v>
                </c:pt>
                <c:pt idx="119">
                  <c:v>1021.03</c:v>
                </c:pt>
                <c:pt idx="120">
                  <c:v>1021.24</c:v>
                </c:pt>
                <c:pt idx="121">
                  <c:v>1021.47</c:v>
                </c:pt>
                <c:pt idx="122">
                  <c:v>1021.69</c:v>
                </c:pt>
                <c:pt idx="123">
                  <c:v>1021.91</c:v>
                </c:pt>
                <c:pt idx="124">
                  <c:v>1022.12</c:v>
                </c:pt>
                <c:pt idx="125">
                  <c:v>1022.34</c:v>
                </c:pt>
                <c:pt idx="126">
                  <c:v>1022.54</c:v>
                </c:pt>
                <c:pt idx="127">
                  <c:v>1022.72</c:v>
                </c:pt>
                <c:pt idx="128">
                  <c:v>1022.89</c:v>
                </c:pt>
                <c:pt idx="129">
                  <c:v>1023.06</c:v>
                </c:pt>
                <c:pt idx="130">
                  <c:v>1023.23</c:v>
                </c:pt>
                <c:pt idx="131">
                  <c:v>1023.41</c:v>
                </c:pt>
                <c:pt idx="132">
                  <c:v>1023.58</c:v>
                </c:pt>
                <c:pt idx="133">
                  <c:v>1023.75</c:v>
                </c:pt>
                <c:pt idx="134">
                  <c:v>1023.92</c:v>
                </c:pt>
                <c:pt idx="135">
                  <c:v>1024.09</c:v>
                </c:pt>
                <c:pt idx="136">
                  <c:v>1024.27</c:v>
                </c:pt>
                <c:pt idx="137">
                  <c:v>1024.44</c:v>
                </c:pt>
                <c:pt idx="138">
                  <c:v>1024.61</c:v>
                </c:pt>
                <c:pt idx="139">
                  <c:v>1024.77</c:v>
                </c:pt>
                <c:pt idx="140">
                  <c:v>1025</c:v>
                </c:pt>
                <c:pt idx="141">
                  <c:v>1025.17</c:v>
                </c:pt>
                <c:pt idx="142">
                  <c:v>1025.34</c:v>
                </c:pt>
                <c:pt idx="143">
                  <c:v>1025.51</c:v>
                </c:pt>
                <c:pt idx="144">
                  <c:v>1025.69</c:v>
                </c:pt>
                <c:pt idx="145">
                  <c:v>1025.81</c:v>
                </c:pt>
                <c:pt idx="146">
                  <c:v>1025.99</c:v>
                </c:pt>
                <c:pt idx="147">
                  <c:v>1026.16</c:v>
                </c:pt>
                <c:pt idx="148">
                  <c:v>1026.33</c:v>
                </c:pt>
                <c:pt idx="149">
                  <c:v>1026.51</c:v>
                </c:pt>
                <c:pt idx="150">
                  <c:v>1026.68</c:v>
                </c:pt>
                <c:pt idx="151">
                  <c:v>1026.86</c:v>
                </c:pt>
                <c:pt idx="152">
                  <c:v>1027.01</c:v>
                </c:pt>
                <c:pt idx="153">
                  <c:v>1027.18</c:v>
                </c:pt>
                <c:pt idx="154">
                  <c:v>1027.34</c:v>
                </c:pt>
                <c:pt idx="155">
                  <c:v>1027.51</c:v>
                </c:pt>
                <c:pt idx="156">
                  <c:v>1027.68</c:v>
                </c:pt>
                <c:pt idx="157">
                  <c:v>1027.84</c:v>
                </c:pt>
                <c:pt idx="158">
                  <c:v>1028.01</c:v>
                </c:pt>
                <c:pt idx="159">
                  <c:v>1028.22</c:v>
                </c:pt>
                <c:pt idx="160">
                  <c:v>1028.43</c:v>
                </c:pt>
                <c:pt idx="161">
                  <c:v>1028.64</c:v>
                </c:pt>
                <c:pt idx="162">
                  <c:v>1028.85</c:v>
                </c:pt>
                <c:pt idx="163">
                  <c:v>1029.06</c:v>
                </c:pt>
                <c:pt idx="164">
                  <c:v>1029.27</c:v>
                </c:pt>
                <c:pt idx="165">
                  <c:v>1029.49</c:v>
                </c:pt>
                <c:pt idx="166">
                  <c:v>1029.7</c:v>
                </c:pt>
                <c:pt idx="167">
                  <c:v>1029.88</c:v>
                </c:pt>
                <c:pt idx="168">
                  <c:v>1030.1</c:v>
                </c:pt>
                <c:pt idx="169">
                  <c:v>1030.31</c:v>
                </c:pt>
                <c:pt idx="170">
                  <c:v>1030.52</c:v>
                </c:pt>
                <c:pt idx="171">
                  <c:v>1030.75</c:v>
                </c:pt>
                <c:pt idx="172">
                  <c:v>1030.98</c:v>
                </c:pt>
                <c:pt idx="173">
                  <c:v>1031.21</c:v>
                </c:pt>
                <c:pt idx="174">
                  <c:v>1031.42</c:v>
                </c:pt>
                <c:pt idx="175">
                  <c:v>1031.63</c:v>
                </c:pt>
                <c:pt idx="176">
                  <c:v>1031.85</c:v>
                </c:pt>
                <c:pt idx="177">
                  <c:v>1032.06</c:v>
                </c:pt>
                <c:pt idx="178">
                  <c:v>1032.28</c:v>
                </c:pt>
                <c:pt idx="179">
                  <c:v>1032.5</c:v>
                </c:pt>
                <c:pt idx="180">
                  <c:v>1032.72</c:v>
                </c:pt>
                <c:pt idx="181">
                  <c:v>1032.91</c:v>
                </c:pt>
                <c:pt idx="182">
                  <c:v>1033.12</c:v>
                </c:pt>
                <c:pt idx="183">
                  <c:v>1033.23</c:v>
                </c:pt>
                <c:pt idx="184">
                  <c:v>1033.45</c:v>
                </c:pt>
                <c:pt idx="185">
                  <c:v>1033.67</c:v>
                </c:pt>
                <c:pt idx="186">
                  <c:v>1033.89</c:v>
                </c:pt>
                <c:pt idx="187">
                  <c:v>1034.1</c:v>
                </c:pt>
                <c:pt idx="188">
                  <c:v>1034.32</c:v>
                </c:pt>
                <c:pt idx="189">
                  <c:v>1034.53</c:v>
                </c:pt>
                <c:pt idx="190">
                  <c:v>1034.73</c:v>
                </c:pt>
                <c:pt idx="191">
                  <c:v>1034.91</c:v>
                </c:pt>
                <c:pt idx="192">
                  <c:v>1035.09</c:v>
                </c:pt>
                <c:pt idx="193">
                  <c:v>1035.27</c:v>
                </c:pt>
                <c:pt idx="194">
                  <c:v>1035.45</c:v>
                </c:pt>
                <c:pt idx="195">
                  <c:v>1035.65</c:v>
                </c:pt>
                <c:pt idx="196">
                  <c:v>1035.84</c:v>
                </c:pt>
                <c:pt idx="197">
                  <c:v>1036.06</c:v>
                </c:pt>
                <c:pt idx="198">
                  <c:v>1036.27</c:v>
                </c:pt>
                <c:pt idx="199">
                  <c:v>1036.49</c:v>
                </c:pt>
                <c:pt idx="200">
                  <c:v>1036.71</c:v>
                </c:pt>
                <c:pt idx="201">
                  <c:v>1036.92</c:v>
                </c:pt>
                <c:pt idx="202">
                  <c:v>1037.13</c:v>
                </c:pt>
                <c:pt idx="203">
                  <c:v>1037.34</c:v>
                </c:pt>
                <c:pt idx="204">
                  <c:v>1037.55</c:v>
                </c:pt>
                <c:pt idx="205">
                  <c:v>1037.76</c:v>
                </c:pt>
                <c:pt idx="206">
                  <c:v>1037.97</c:v>
                </c:pt>
                <c:pt idx="207">
                  <c:v>1038.18</c:v>
                </c:pt>
                <c:pt idx="208">
                  <c:v>1038.38</c:v>
                </c:pt>
                <c:pt idx="209">
                  <c:v>1038.59</c:v>
                </c:pt>
                <c:pt idx="210">
                  <c:v>1038.79</c:v>
                </c:pt>
                <c:pt idx="211">
                  <c:v>1039.01</c:v>
                </c:pt>
                <c:pt idx="212">
                  <c:v>1039.21</c:v>
                </c:pt>
                <c:pt idx="213">
                  <c:v>1039.43</c:v>
                </c:pt>
                <c:pt idx="214">
                  <c:v>1039.64</c:v>
                </c:pt>
                <c:pt idx="215">
                  <c:v>1039.88</c:v>
                </c:pt>
                <c:pt idx="216">
                  <c:v>1040.11</c:v>
                </c:pt>
                <c:pt idx="217">
                  <c:v>1040.32</c:v>
                </c:pt>
                <c:pt idx="218">
                  <c:v>1040.54</c:v>
                </c:pt>
                <c:pt idx="219">
                  <c:v>1040.74</c:v>
                </c:pt>
                <c:pt idx="220">
                  <c:v>1040.95</c:v>
                </c:pt>
                <c:pt idx="221">
                  <c:v>1041.16</c:v>
                </c:pt>
                <c:pt idx="222">
                  <c:v>1041.37</c:v>
                </c:pt>
                <c:pt idx="223">
                  <c:v>1041.57</c:v>
                </c:pt>
                <c:pt idx="224">
                  <c:v>1041.78</c:v>
                </c:pt>
                <c:pt idx="225">
                  <c:v>1041.98</c:v>
                </c:pt>
                <c:pt idx="226">
                  <c:v>1042.18</c:v>
                </c:pt>
                <c:pt idx="227">
                  <c:v>1042.38</c:v>
                </c:pt>
                <c:pt idx="228">
                  <c:v>1042.59</c:v>
                </c:pt>
                <c:pt idx="229">
                  <c:v>1042.79</c:v>
                </c:pt>
                <c:pt idx="230">
                  <c:v>1042.98</c:v>
                </c:pt>
                <c:pt idx="231">
                  <c:v>1043.18</c:v>
                </c:pt>
                <c:pt idx="232">
                  <c:v>1043.39</c:v>
                </c:pt>
                <c:pt idx="233">
                  <c:v>1043.59</c:v>
                </c:pt>
                <c:pt idx="234">
                  <c:v>1043.8</c:v>
                </c:pt>
                <c:pt idx="235">
                  <c:v>1044.01</c:v>
                </c:pt>
                <c:pt idx="236">
                  <c:v>1044.22</c:v>
                </c:pt>
                <c:pt idx="237">
                  <c:v>1044.42</c:v>
                </c:pt>
                <c:pt idx="238">
                  <c:v>1044.64</c:v>
                </c:pt>
                <c:pt idx="239">
                  <c:v>1044.87</c:v>
                </c:pt>
                <c:pt idx="240">
                  <c:v>1045.09</c:v>
                </c:pt>
                <c:pt idx="241">
                  <c:v>1045.32</c:v>
                </c:pt>
                <c:pt idx="242">
                  <c:v>1045.54</c:v>
                </c:pt>
                <c:pt idx="243">
                  <c:v>1045.77</c:v>
                </c:pt>
                <c:pt idx="244">
                  <c:v>1045.99</c:v>
                </c:pt>
                <c:pt idx="245">
                  <c:v>1046.23</c:v>
                </c:pt>
                <c:pt idx="246">
                  <c:v>1046.47</c:v>
                </c:pt>
                <c:pt idx="247">
                  <c:v>1046.68</c:v>
                </c:pt>
                <c:pt idx="248">
                  <c:v>1046.9</c:v>
                </c:pt>
                <c:pt idx="249">
                  <c:v>1047.12</c:v>
                </c:pt>
                <c:pt idx="250">
                  <c:v>1047.33</c:v>
                </c:pt>
                <c:pt idx="251">
                  <c:v>1047.54</c:v>
                </c:pt>
                <c:pt idx="252">
                  <c:v>1047.75</c:v>
                </c:pt>
                <c:pt idx="253">
                  <c:v>1047.97</c:v>
                </c:pt>
                <c:pt idx="254">
                  <c:v>1048.19</c:v>
                </c:pt>
                <c:pt idx="255">
                  <c:v>1048.41</c:v>
                </c:pt>
                <c:pt idx="256">
                  <c:v>1048.62</c:v>
                </c:pt>
                <c:pt idx="257">
                  <c:v>1048.84</c:v>
                </c:pt>
                <c:pt idx="258">
                  <c:v>1049.05</c:v>
                </c:pt>
                <c:pt idx="259">
                  <c:v>1049.26</c:v>
                </c:pt>
                <c:pt idx="260">
                  <c:v>1049.48</c:v>
                </c:pt>
                <c:pt idx="261">
                  <c:v>1049.7</c:v>
                </c:pt>
                <c:pt idx="262">
                  <c:v>1049.92</c:v>
                </c:pt>
                <c:pt idx="263">
                  <c:v>1050.14</c:v>
                </c:pt>
                <c:pt idx="264">
                  <c:v>1050.35</c:v>
                </c:pt>
                <c:pt idx="265">
                  <c:v>1050.57</c:v>
                </c:pt>
                <c:pt idx="266">
                  <c:v>1050.78</c:v>
                </c:pt>
                <c:pt idx="267">
                  <c:v>1050.99</c:v>
                </c:pt>
                <c:pt idx="268">
                  <c:v>1051.21</c:v>
                </c:pt>
                <c:pt idx="269">
                  <c:v>1051.43</c:v>
                </c:pt>
                <c:pt idx="270">
                  <c:v>1051.65</c:v>
                </c:pt>
                <c:pt idx="271">
                  <c:v>1051.86</c:v>
                </c:pt>
                <c:pt idx="272">
                  <c:v>1052.08</c:v>
                </c:pt>
                <c:pt idx="273">
                  <c:v>1052.29</c:v>
                </c:pt>
                <c:pt idx="274">
                  <c:v>1052.51</c:v>
                </c:pt>
                <c:pt idx="275">
                  <c:v>1052.73</c:v>
                </c:pt>
                <c:pt idx="276">
                  <c:v>1052.95</c:v>
                </c:pt>
                <c:pt idx="277">
                  <c:v>1053.18</c:v>
                </c:pt>
                <c:pt idx="278">
                  <c:v>1053.38</c:v>
                </c:pt>
                <c:pt idx="279">
                  <c:v>1053.6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Sheet1!$A$2:$A$281</c:f>
              <c:multiLvlStrCache>
                <c:ptCount val="280"/>
                <c:lvl>
                  <c:pt idx="0">
                    <c:v>Jul 2025</c:v>
                  </c:pt>
                  <c:pt idx="1">
                    <c:v>Jul 2025</c:v>
                  </c:pt>
                  <c:pt idx="2">
                    <c:v>Aug 2025</c:v>
                  </c:pt>
                  <c:pt idx="3">
                    <c:v>Aug 2025</c:v>
                  </c:pt>
                  <c:pt idx="4">
                    <c:v>Aug 2025</c:v>
                  </c:pt>
                  <c:pt idx="5">
                    <c:v>Aug 2025</c:v>
                  </c:pt>
                  <c:pt idx="6">
                    <c:v>Aug 2025</c:v>
                  </c:pt>
                  <c:pt idx="7">
                    <c:v>Aug 2025</c:v>
                  </c:pt>
                  <c:pt idx="8">
                    <c:v>Aug 2025</c:v>
                  </c:pt>
                  <c:pt idx="9">
                    <c:v>Aug 2025</c:v>
                  </c:pt>
                  <c:pt idx="10">
                    <c:v>Aug 2025</c:v>
                  </c:pt>
                  <c:pt idx="11">
                    <c:v>Aug 2025</c:v>
                  </c:pt>
                  <c:pt idx="12">
                    <c:v>Aug 2025</c:v>
                  </c:pt>
                  <c:pt idx="13">
                    <c:v>Aug 2025</c:v>
                  </c:pt>
                  <c:pt idx="14">
                    <c:v>Aug 2025</c:v>
                  </c:pt>
                  <c:pt idx="15">
                    <c:v>Aug 2025</c:v>
                  </c:pt>
                  <c:pt idx="16">
                    <c:v>Aug 2025</c:v>
                  </c:pt>
                  <c:pt idx="17">
                    <c:v>Aug 2025</c:v>
                  </c:pt>
                  <c:pt idx="18">
                    <c:v>Aug 2025</c:v>
                  </c:pt>
                  <c:pt idx="19">
                    <c:v>Aug 2025</c:v>
                  </c:pt>
                  <c:pt idx="20">
                    <c:v>Aug 2025</c:v>
                  </c:pt>
                  <c:pt idx="21">
                    <c:v>Aug 2025</c:v>
                  </c:pt>
                  <c:pt idx="22">
                    <c:v>Aug 2025</c:v>
                  </c:pt>
                  <c:pt idx="23">
                    <c:v>Aug 2025</c:v>
                  </c:pt>
                  <c:pt idx="24">
                    <c:v>Aug 2025</c:v>
                  </c:pt>
                  <c:pt idx="25">
                    <c:v>Aug 2025</c:v>
                  </c:pt>
                  <c:pt idx="26">
                    <c:v>Aug 2025</c:v>
                  </c:pt>
                  <c:pt idx="27">
                    <c:v>Aug 2025</c:v>
                  </c:pt>
                  <c:pt idx="28">
                    <c:v>Aug 2025</c:v>
                  </c:pt>
                  <c:pt idx="29">
                    <c:v>Aug 2025</c:v>
                  </c:pt>
                  <c:pt idx="30">
                    <c:v>Aug 2025</c:v>
                  </c:pt>
                  <c:pt idx="31">
                    <c:v>Aug 2025</c:v>
                  </c:pt>
                  <c:pt idx="32">
                    <c:v>Aug 2025</c:v>
                  </c:pt>
                  <c:pt idx="33">
                    <c:v>Sep 2025</c:v>
                  </c:pt>
                  <c:pt idx="34">
                    <c:v>Sep 2025</c:v>
                  </c:pt>
                  <c:pt idx="35">
                    <c:v>Sep 2025</c:v>
                  </c:pt>
                  <c:pt idx="36">
                    <c:v>Sep 2025</c:v>
                  </c:pt>
                  <c:pt idx="37">
                    <c:v>Sep 2025</c:v>
                  </c:pt>
                  <c:pt idx="38">
                    <c:v>Sep 2025</c:v>
                  </c:pt>
                  <c:pt idx="39">
                    <c:v>Sep 2025</c:v>
                  </c:pt>
                  <c:pt idx="40">
                    <c:v>Sep 2025</c:v>
                  </c:pt>
                  <c:pt idx="41">
                    <c:v>Sep 2025</c:v>
                  </c:pt>
                  <c:pt idx="42">
                    <c:v>Sep 2025</c:v>
                  </c:pt>
                  <c:pt idx="43">
                    <c:v>Sep 2025</c:v>
                  </c:pt>
                  <c:pt idx="44">
                    <c:v>Sep 2025</c:v>
                  </c:pt>
                  <c:pt idx="45">
                    <c:v>Sep 2025</c:v>
                  </c:pt>
                  <c:pt idx="46">
                    <c:v>Sep 2025</c:v>
                  </c:pt>
                  <c:pt idx="47">
                    <c:v>Sep 2025</c:v>
                  </c:pt>
                  <c:pt idx="48">
                    <c:v>Sep 2025</c:v>
                  </c:pt>
                  <c:pt idx="49">
                    <c:v>Sep 2025</c:v>
                  </c:pt>
                  <c:pt idx="50">
                    <c:v>Sep 2025</c:v>
                  </c:pt>
                  <c:pt idx="51">
                    <c:v>Sep 2025</c:v>
                  </c:pt>
                  <c:pt idx="52">
                    <c:v>Sep 2025</c:v>
                  </c:pt>
                  <c:pt idx="53">
                    <c:v>Sep 2025</c:v>
                  </c:pt>
                  <c:pt idx="54">
                    <c:v>Sep 2025</c:v>
                  </c:pt>
                  <c:pt idx="55">
                    <c:v>Sep 2025</c:v>
                  </c:pt>
                  <c:pt idx="56">
                    <c:v>Sep 2025</c:v>
                  </c:pt>
                  <c:pt idx="57">
                    <c:v>Sep 2025</c:v>
                  </c:pt>
                  <c:pt idx="58">
                    <c:v>Sep 2025</c:v>
                  </c:pt>
                  <c:pt idx="59">
                    <c:v>Sep 2025</c:v>
                  </c:pt>
                  <c:pt idx="60">
                    <c:v>Sep 2025</c:v>
                  </c:pt>
                  <c:pt idx="61">
                    <c:v>Sep 2025</c:v>
                  </c:pt>
                  <c:pt idx="62">
                    <c:v>Sep 2025</c:v>
                  </c:pt>
                  <c:pt idx="63">
                    <c:v>Oct 2025</c:v>
                  </c:pt>
                  <c:pt idx="64">
                    <c:v>Oct 2025</c:v>
                  </c:pt>
                  <c:pt idx="65">
                    <c:v>Oct 2025</c:v>
                  </c:pt>
                  <c:pt idx="66">
                    <c:v>Oct 2025</c:v>
                  </c:pt>
                  <c:pt idx="67">
                    <c:v>Oct 2025</c:v>
                  </c:pt>
                  <c:pt idx="68">
                    <c:v>Oct 2025</c:v>
                  </c:pt>
                  <c:pt idx="69">
                    <c:v>Oct 2025</c:v>
                  </c:pt>
                  <c:pt idx="70">
                    <c:v>Oct 2025</c:v>
                  </c:pt>
                  <c:pt idx="71">
                    <c:v>Oct 2025</c:v>
                  </c:pt>
                  <c:pt idx="72">
                    <c:v>Oct 2025</c:v>
                  </c:pt>
                  <c:pt idx="73">
                    <c:v>Oct 2025</c:v>
                  </c:pt>
                  <c:pt idx="74">
                    <c:v>Oct 2025</c:v>
                  </c:pt>
                  <c:pt idx="75">
                    <c:v>Oct 2025</c:v>
                  </c:pt>
                  <c:pt idx="76">
                    <c:v>Oct 2025</c:v>
                  </c:pt>
                  <c:pt idx="77">
                    <c:v>Oct 2025</c:v>
                  </c:pt>
                  <c:pt idx="78">
                    <c:v>Oct 2025</c:v>
                  </c:pt>
                  <c:pt idx="79">
                    <c:v>Oct 2025</c:v>
                  </c:pt>
                  <c:pt idx="80">
                    <c:v>Oct 2025</c:v>
                  </c:pt>
                  <c:pt idx="81">
                    <c:v>Oct 2025</c:v>
                  </c:pt>
                  <c:pt idx="82">
                    <c:v>Oct 2025</c:v>
                  </c:pt>
                  <c:pt idx="83">
                    <c:v>Oct 2025</c:v>
                  </c:pt>
                  <c:pt idx="84">
                    <c:v>Oct 2025</c:v>
                  </c:pt>
                  <c:pt idx="85">
                    <c:v>Oct 2025</c:v>
                  </c:pt>
                  <c:pt idx="86">
                    <c:v>Oct 2025</c:v>
                  </c:pt>
                  <c:pt idx="87">
                    <c:v>Oct 2025</c:v>
                  </c:pt>
                  <c:pt idx="88">
                    <c:v>Oct 2025</c:v>
                  </c:pt>
                  <c:pt idx="89">
                    <c:v>Oct 2025</c:v>
                  </c:pt>
                  <c:pt idx="90">
                    <c:v>Oct 2025</c:v>
                  </c:pt>
                  <c:pt idx="91">
                    <c:v>Oct 2025</c:v>
                  </c:pt>
                  <c:pt idx="92">
                    <c:v>Oct 2025</c:v>
                  </c:pt>
                  <c:pt idx="93">
                    <c:v>Oct 2025</c:v>
                  </c:pt>
                  <c:pt idx="94">
                    <c:v>Nov 2025</c:v>
                  </c:pt>
                  <c:pt idx="95">
                    <c:v>Nov 2025</c:v>
                  </c:pt>
                  <c:pt idx="96">
                    <c:v>Nov 2025</c:v>
                  </c:pt>
                  <c:pt idx="97">
                    <c:v>Nov 2025</c:v>
                  </c:pt>
                  <c:pt idx="98">
                    <c:v>Nov 2025</c:v>
                  </c:pt>
                  <c:pt idx="99">
                    <c:v>Nov 2025</c:v>
                  </c:pt>
                  <c:pt idx="100">
                    <c:v>Nov 2025</c:v>
                  </c:pt>
                  <c:pt idx="101">
                    <c:v>Nov 2025</c:v>
                  </c:pt>
                  <c:pt idx="102">
                    <c:v>Nov 2025</c:v>
                  </c:pt>
                  <c:pt idx="103">
                    <c:v>Nov 2025</c:v>
                  </c:pt>
                  <c:pt idx="104">
                    <c:v>Nov 2025</c:v>
                  </c:pt>
                  <c:pt idx="105">
                    <c:v>Nov 2025</c:v>
                  </c:pt>
                  <c:pt idx="106">
                    <c:v>Nov 2025</c:v>
                  </c:pt>
                  <c:pt idx="107">
                    <c:v>Nov 2025</c:v>
                  </c:pt>
                  <c:pt idx="108">
                    <c:v>Nov 2025</c:v>
                  </c:pt>
                  <c:pt idx="109">
                    <c:v>Nov 2025</c:v>
                  </c:pt>
                  <c:pt idx="110">
                    <c:v>Nov 2025</c:v>
                  </c:pt>
                  <c:pt idx="111">
                    <c:v>Nov 2025</c:v>
                  </c:pt>
                  <c:pt idx="112">
                    <c:v>Nov 2025</c:v>
                  </c:pt>
                  <c:pt idx="113">
                    <c:v>Nov 2025</c:v>
                  </c:pt>
                  <c:pt idx="114">
                    <c:v>Nov 2025</c:v>
                  </c:pt>
                  <c:pt idx="115">
                    <c:v>Nov 2025</c:v>
                  </c:pt>
                  <c:pt idx="116">
                    <c:v>Nov 2025</c:v>
                  </c:pt>
                  <c:pt idx="117">
                    <c:v>Nov 2025</c:v>
                  </c:pt>
                  <c:pt idx="118">
                    <c:v>Nov 2025</c:v>
                  </c:pt>
                  <c:pt idx="119">
                    <c:v>Nov 2025</c:v>
                  </c:pt>
                  <c:pt idx="120">
                    <c:v>Nov 2025</c:v>
                  </c:pt>
                  <c:pt idx="121">
                    <c:v>Nov 2025</c:v>
                  </c:pt>
                  <c:pt idx="122">
                    <c:v>Nov 2025</c:v>
                  </c:pt>
                  <c:pt idx="123">
                    <c:v>Nov 2025</c:v>
                  </c:pt>
                  <c:pt idx="124">
                    <c:v>Dec 2025</c:v>
                  </c:pt>
                  <c:pt idx="125">
                    <c:v>Dec 2025</c:v>
                  </c:pt>
                  <c:pt idx="126">
                    <c:v>Dec 2025</c:v>
                  </c:pt>
                  <c:pt idx="127">
                    <c:v>Dec 2025</c:v>
                  </c:pt>
                  <c:pt idx="128">
                    <c:v>Dec 2025</c:v>
                  </c:pt>
                  <c:pt idx="129">
                    <c:v>Dec 2025</c:v>
                  </c:pt>
                  <c:pt idx="130">
                    <c:v>Dec 2025</c:v>
                  </c:pt>
                  <c:pt idx="131">
                    <c:v>Dec 2025</c:v>
                  </c:pt>
                  <c:pt idx="132">
                    <c:v>Dec 2025</c:v>
                  </c:pt>
                  <c:pt idx="133">
                    <c:v>Dec 2025</c:v>
                  </c:pt>
                  <c:pt idx="134">
                    <c:v>Dec 2025</c:v>
                  </c:pt>
                  <c:pt idx="135">
                    <c:v>Dec 2025</c:v>
                  </c:pt>
                  <c:pt idx="136">
                    <c:v>Dec 2025</c:v>
                  </c:pt>
                  <c:pt idx="137">
                    <c:v>Dec 2025</c:v>
                  </c:pt>
                  <c:pt idx="138">
                    <c:v>Dec 2025</c:v>
                  </c:pt>
                  <c:pt idx="139">
                    <c:v>Dec 2025</c:v>
                  </c:pt>
                  <c:pt idx="140">
                    <c:v>Dec 2025</c:v>
                  </c:pt>
                  <c:pt idx="141">
                    <c:v>Dec 2025</c:v>
                  </c:pt>
                  <c:pt idx="142">
                    <c:v>Dec 2025</c:v>
                  </c:pt>
                  <c:pt idx="143">
                    <c:v>Dec 2025</c:v>
                  </c:pt>
                  <c:pt idx="144">
                    <c:v>Dec 2025</c:v>
                  </c:pt>
                  <c:pt idx="145">
                    <c:v>Dec 2025</c:v>
                  </c:pt>
                  <c:pt idx="146">
                    <c:v>Dec 2025</c:v>
                  </c:pt>
                  <c:pt idx="147">
                    <c:v>Dec 2025</c:v>
                  </c:pt>
                  <c:pt idx="148">
                    <c:v>Dec 2025</c:v>
                  </c:pt>
                  <c:pt idx="149">
                    <c:v>Dec 2025</c:v>
                  </c:pt>
                  <c:pt idx="150">
                    <c:v>Dec 2025</c:v>
                  </c:pt>
                  <c:pt idx="151">
                    <c:v>Dec 2025</c:v>
                  </c:pt>
                  <c:pt idx="152">
                    <c:v>Dec 2025</c:v>
                  </c:pt>
                  <c:pt idx="153">
                    <c:v>Dec 2025</c:v>
                  </c:pt>
                  <c:pt idx="154">
                    <c:v>Dec 2025</c:v>
                  </c:pt>
                  <c:pt idx="155">
                    <c:v>Jan 2026</c:v>
                  </c:pt>
                  <c:pt idx="156">
                    <c:v>Jan 2026</c:v>
                  </c:pt>
                  <c:pt idx="157">
                    <c:v>Jan 2026</c:v>
                  </c:pt>
                  <c:pt idx="158">
                    <c:v>Jan 2026</c:v>
                  </c:pt>
                  <c:pt idx="159">
                    <c:v>Jan 2026</c:v>
                  </c:pt>
                  <c:pt idx="160">
                    <c:v>Jan 2026</c:v>
                  </c:pt>
                  <c:pt idx="161">
                    <c:v>Jan 2026</c:v>
                  </c:pt>
                  <c:pt idx="162">
                    <c:v>Jan 2026</c:v>
                  </c:pt>
                  <c:pt idx="163">
                    <c:v>Jan 2026</c:v>
                  </c:pt>
                  <c:pt idx="164">
                    <c:v>Jan 2026</c:v>
                  </c:pt>
                  <c:pt idx="165">
                    <c:v>Jan 2026</c:v>
                  </c:pt>
                  <c:pt idx="166">
                    <c:v>Jan 2026</c:v>
                  </c:pt>
                  <c:pt idx="167">
                    <c:v>Jan 2026</c:v>
                  </c:pt>
                  <c:pt idx="168">
                    <c:v>Jan 2026</c:v>
                  </c:pt>
                  <c:pt idx="169">
                    <c:v>Jan 2026</c:v>
                  </c:pt>
                  <c:pt idx="170">
                    <c:v>Jan 2026</c:v>
                  </c:pt>
                  <c:pt idx="171">
                    <c:v>Jan 2026</c:v>
                  </c:pt>
                  <c:pt idx="172">
                    <c:v>Jan 2026</c:v>
                  </c:pt>
                  <c:pt idx="173">
                    <c:v>Jan 2026</c:v>
                  </c:pt>
                  <c:pt idx="174">
                    <c:v>Jan 2026</c:v>
                  </c:pt>
                  <c:pt idx="175">
                    <c:v>Jan 2026</c:v>
                  </c:pt>
                  <c:pt idx="176">
                    <c:v>Jan 2026</c:v>
                  </c:pt>
                  <c:pt idx="177">
                    <c:v>Jan 2026</c:v>
                  </c:pt>
                  <c:pt idx="178">
                    <c:v>Jan 2026</c:v>
                  </c:pt>
                  <c:pt idx="179">
                    <c:v>Jan 2026</c:v>
                  </c:pt>
                  <c:pt idx="180">
                    <c:v>Jan 2026</c:v>
                  </c:pt>
                  <c:pt idx="181">
                    <c:v>Jan 2026</c:v>
                  </c:pt>
                  <c:pt idx="182">
                    <c:v>Jan 2026</c:v>
                  </c:pt>
                  <c:pt idx="183">
                    <c:v>Jan 2026</c:v>
                  </c:pt>
                  <c:pt idx="184">
                    <c:v>Jan 2026</c:v>
                  </c:pt>
                  <c:pt idx="185">
                    <c:v>Jan 2026</c:v>
                  </c:pt>
                  <c:pt idx="186">
                    <c:v>Feb 2026</c:v>
                  </c:pt>
                  <c:pt idx="187">
                    <c:v>Feb 2026</c:v>
                  </c:pt>
                  <c:pt idx="188">
                    <c:v>Feb 2026</c:v>
                  </c:pt>
                  <c:pt idx="189">
                    <c:v>Feb 2026</c:v>
                  </c:pt>
                  <c:pt idx="190">
                    <c:v>Feb 2026</c:v>
                  </c:pt>
                  <c:pt idx="191">
                    <c:v>Feb 2026</c:v>
                  </c:pt>
                  <c:pt idx="192">
                    <c:v>Feb 2026</c:v>
                  </c:pt>
                  <c:pt idx="193">
                    <c:v>Feb 2026</c:v>
                  </c:pt>
                  <c:pt idx="194">
                    <c:v>Feb 2026</c:v>
                  </c:pt>
                  <c:pt idx="195">
                    <c:v>Feb 2026</c:v>
                  </c:pt>
                  <c:pt idx="196">
                    <c:v>Feb 2026</c:v>
                  </c:pt>
                  <c:pt idx="197">
                    <c:v>Feb 2026</c:v>
                  </c:pt>
                  <c:pt idx="198">
                    <c:v>Feb 2026</c:v>
                  </c:pt>
                  <c:pt idx="199">
                    <c:v>Feb 2026</c:v>
                  </c:pt>
                  <c:pt idx="200">
                    <c:v>Feb 2026</c:v>
                  </c:pt>
                  <c:pt idx="201">
                    <c:v>Feb 2026</c:v>
                  </c:pt>
                  <c:pt idx="202">
                    <c:v>Feb 2026</c:v>
                  </c:pt>
                  <c:pt idx="203">
                    <c:v>Feb 2026</c:v>
                  </c:pt>
                  <c:pt idx="204">
                    <c:v>Feb 2026</c:v>
                  </c:pt>
                  <c:pt idx="205">
                    <c:v>Feb 2026</c:v>
                  </c:pt>
                  <c:pt idx="206">
                    <c:v>Feb 2026</c:v>
                  </c:pt>
                  <c:pt idx="207">
                    <c:v>Feb 2026</c:v>
                  </c:pt>
                  <c:pt idx="208">
                    <c:v>Feb 2026</c:v>
                  </c:pt>
                  <c:pt idx="209">
                    <c:v>Feb 2026</c:v>
                  </c:pt>
                  <c:pt idx="210">
                    <c:v>Feb 2026</c:v>
                  </c:pt>
                  <c:pt idx="211">
                    <c:v>Feb 2026</c:v>
                  </c:pt>
                  <c:pt idx="212">
                    <c:v>Feb 2026</c:v>
                  </c:pt>
                  <c:pt idx="213">
                    <c:v>Feb 2026</c:v>
                  </c:pt>
                  <c:pt idx="214">
                    <c:v>Mar 2026</c:v>
                  </c:pt>
                  <c:pt idx="215">
                    <c:v>Mar 2026</c:v>
                  </c:pt>
                  <c:pt idx="216">
                    <c:v>Mar 2026</c:v>
                  </c:pt>
                  <c:pt idx="217">
                    <c:v>Mar 2026</c:v>
                  </c:pt>
                  <c:pt idx="218">
                    <c:v>Mar 2026</c:v>
                  </c:pt>
                  <c:pt idx="219">
                    <c:v>Mar 2026</c:v>
                  </c:pt>
                  <c:pt idx="220">
                    <c:v>Mar 2026</c:v>
                  </c:pt>
                  <c:pt idx="221">
                    <c:v>Mar 2026</c:v>
                  </c:pt>
                  <c:pt idx="222">
                    <c:v>Mar 2026</c:v>
                  </c:pt>
                  <c:pt idx="223">
                    <c:v>Mar 2026</c:v>
                  </c:pt>
                  <c:pt idx="224">
                    <c:v>Mar 2026</c:v>
                  </c:pt>
                  <c:pt idx="225">
                    <c:v>Mar 2026</c:v>
                  </c:pt>
                  <c:pt idx="226">
                    <c:v>Mar 2026</c:v>
                  </c:pt>
                  <c:pt idx="227">
                    <c:v>Mar 2026</c:v>
                  </c:pt>
                  <c:pt idx="228">
                    <c:v>Mar 2026</c:v>
                  </c:pt>
                  <c:pt idx="229">
                    <c:v>Mar 2026</c:v>
                  </c:pt>
                  <c:pt idx="230">
                    <c:v>Mar 2026</c:v>
                  </c:pt>
                  <c:pt idx="231">
                    <c:v>Mar 2026</c:v>
                  </c:pt>
                  <c:pt idx="232">
                    <c:v>Mar 2026</c:v>
                  </c:pt>
                  <c:pt idx="233">
                    <c:v>Mar 2026</c:v>
                  </c:pt>
                  <c:pt idx="234">
                    <c:v>Mar 2026</c:v>
                  </c:pt>
                  <c:pt idx="235">
                    <c:v>Mar 2026</c:v>
                  </c:pt>
                  <c:pt idx="236">
                    <c:v>Mar 2026</c:v>
                  </c:pt>
                  <c:pt idx="237">
                    <c:v>Mar 2026</c:v>
                  </c:pt>
                  <c:pt idx="238">
                    <c:v>Mar 2026</c:v>
                  </c:pt>
                  <c:pt idx="239">
                    <c:v>Mar 2026</c:v>
                  </c:pt>
                  <c:pt idx="240">
                    <c:v>Mar 2026</c:v>
                  </c:pt>
                  <c:pt idx="241">
                    <c:v>Mar 2026</c:v>
                  </c:pt>
                  <c:pt idx="242">
                    <c:v>Mar 2026</c:v>
                  </c:pt>
                  <c:pt idx="243">
                    <c:v>Mar 2026</c:v>
                  </c:pt>
                  <c:pt idx="244">
                    <c:v>Mar 2026</c:v>
                  </c:pt>
                  <c:pt idx="245">
                    <c:v>Apr 2026</c:v>
                  </c:pt>
                  <c:pt idx="246">
                    <c:v>Apr 2026</c:v>
                  </c:pt>
                  <c:pt idx="247">
                    <c:v>Apr 2026</c:v>
                  </c:pt>
                  <c:pt idx="248">
                    <c:v>Apr 2026</c:v>
                  </c:pt>
                  <c:pt idx="249">
                    <c:v>Apr 2026</c:v>
                  </c:pt>
                  <c:pt idx="250">
                    <c:v>Apr 2026</c:v>
                  </c:pt>
                  <c:pt idx="251">
                    <c:v>Apr 2026</c:v>
                  </c:pt>
                  <c:pt idx="252">
                    <c:v>Apr 2026</c:v>
                  </c:pt>
                  <c:pt idx="253">
                    <c:v>Apr 2026</c:v>
                  </c:pt>
                  <c:pt idx="254">
                    <c:v>Apr 2026</c:v>
                  </c:pt>
                  <c:pt idx="255">
                    <c:v>Apr 2026</c:v>
                  </c:pt>
                  <c:pt idx="256">
                    <c:v>Apr 2026</c:v>
                  </c:pt>
                  <c:pt idx="257">
                    <c:v>Apr 2026</c:v>
                  </c:pt>
                  <c:pt idx="258">
                    <c:v>Apr 2026</c:v>
                  </c:pt>
                  <c:pt idx="259">
                    <c:v>Apr 2026</c:v>
                  </c:pt>
                  <c:pt idx="260">
                    <c:v>Apr 2026</c:v>
                  </c:pt>
                  <c:pt idx="261">
                    <c:v>Apr 2026</c:v>
                  </c:pt>
                  <c:pt idx="262">
                    <c:v>Apr 2026</c:v>
                  </c:pt>
                  <c:pt idx="263">
                    <c:v>Apr 2026</c:v>
                  </c:pt>
                  <c:pt idx="264">
                    <c:v>Apr 2026</c:v>
                  </c:pt>
                  <c:pt idx="265">
                    <c:v>Apr 2026</c:v>
                  </c:pt>
                  <c:pt idx="266">
                    <c:v>Apr 2026</c:v>
                  </c:pt>
                  <c:pt idx="267">
                    <c:v>Apr 2026</c:v>
                  </c:pt>
                  <c:pt idx="268">
                    <c:v>Apr 2026</c:v>
                  </c:pt>
                  <c:pt idx="269">
                    <c:v>Apr 2026</c:v>
                  </c:pt>
                  <c:pt idx="270">
                    <c:v>Apr 2026</c:v>
                  </c:pt>
                  <c:pt idx="271">
                    <c:v>Apr 2026</c:v>
                  </c:pt>
                  <c:pt idx="272">
                    <c:v>Apr 2026</c:v>
                  </c:pt>
                  <c:pt idx="273">
                    <c:v>Apr 2026</c:v>
                  </c:pt>
                  <c:pt idx="274">
                    <c:v>Apr 2026</c:v>
                  </c:pt>
                  <c:pt idx="275">
                    <c:v>May 2026</c:v>
                  </c:pt>
                  <c:pt idx="276">
                    <c:v>May 2026</c:v>
                  </c:pt>
                  <c:pt idx="277">
                    <c:v>May 2026</c:v>
                  </c:pt>
                  <c:pt idx="278">
                    <c:v>May 2026</c:v>
                  </c:pt>
                  <c:pt idx="279">
                    <c:v>May 2026</c:v>
                  </c:pt>
                </c:lvl>
              </c:multiLvlStrCache>
            </c:multiLvlStrRef>
          </c:cat>
          <c:val>
            <c:numRef>
              <c:f>Sheet1!$C$2:$C$281</c:f>
              <c:numCache>
                <c:formatCode>General</c:formatCode>
                <c:ptCount val="280"/>
                <c:pt idx="0">
                  <c:v>1000</c:v>
                </c:pt>
                <c:pt idx="1">
                  <c:v>1003.83</c:v>
                </c:pt>
                <c:pt idx="2">
                  <c:v>1008.08</c:v>
                </c:pt>
                <c:pt idx="3">
                  <c:v>1012.07</c:v>
                </c:pt>
                <c:pt idx="4">
                  <c:v>1015.96</c:v>
                </c:pt>
                <c:pt idx="5">
                  <c:v>1020.29</c:v>
                </c:pt>
                <c:pt idx="6">
                  <c:v>1024.12</c:v>
                </c:pt>
                <c:pt idx="7">
                  <c:v>1027.71</c:v>
                </c:pt>
                <c:pt idx="8">
                  <c:v>1031.83</c:v>
                </c:pt>
                <c:pt idx="9">
                  <c:v>1035.71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35"/>
      </c:catAx>
      <c:valAx>
        <c:axId val="2094734552"/>
        <c:scaling>
          <c:orientation val="minMax"/>
          <c:min val="95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42032" cy="1828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645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Alto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1536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0" y="0"/>
            <a:ext cx="0" cy="106893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0" y="137160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2121408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194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161288" y="21945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228600" y="2377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161288" y="23774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228600" y="2560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161288" y="25603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28600" y="2743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61288" y="27432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228600" y="29260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161288" y="29260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228600" y="3108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61288" y="31089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28600" y="3291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61288" y="32918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28600" y="3474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161288" y="34747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2286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61288" y="36576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28600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61288" y="39319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28600" y="4206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61288" y="42062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228600" y="4443984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535424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8600" y="47183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5468112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555955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57424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ALTO CAPITAL, es la tasa de política monetaria promedio del Banco Central de Chile.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6400800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64922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28600" y="6675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97480" y="137160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97480" y="429768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521208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CLP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21284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Alto Capital</a:t>
            </a:r>
            <a:endParaRPr lang="en-US" sz="80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2697480" y="2395728"/>
          <a:ext cx="463600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5" name="Text 42"/>
          <p:cNvSpPr/>
          <p:nvPr/>
        </p:nvSpPr>
        <p:spPr>
          <a:xfrm>
            <a:off x="2697480" y="4389120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4663440"/>
          <a:ext cx="4636008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94360"/>
                <a:gridCol w="658368"/>
                <a:gridCol w="658368"/>
                <a:gridCol w="594360"/>
                <a:gridCol w="621792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 (Benchmark)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CAPITAL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2,39%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47" name="Text 43"/>
          <p:cNvSpPr/>
          <p:nvPr/>
        </p:nvSpPr>
        <p:spPr>
          <a:xfrm>
            <a:off x="2697480" y="5477256"/>
            <a:ext cx="4636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48" name="Shape 44"/>
          <p:cNvSpPr/>
          <p:nvPr/>
        </p:nvSpPr>
        <p:spPr>
          <a:xfrm>
            <a:off x="2697480" y="5660136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5724144"/>
          <a:ext cx="463600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749808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301752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0,46%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CAPITAL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5,02%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CAPITAL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0,54%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ALTO CAPITAL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0,55%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4203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24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560320" y="0"/>
            <a:ext cx="0" cy="106893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97480" y="137160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14630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" y="1664208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865376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956816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General por Instrumentos Financieros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228600" y="2157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FMX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645920" y="2157984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100,00%</a:t>
            </a:r>
            <a:endParaRPr lang="en-US" sz="7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86584"/>
          <a:ext cx="2240280" cy="914400"/>
        </p:xfrm>
        <a:graphic>
          <a:graphicData uri="http://schemas.openxmlformats.org/drawingml/2006/table">
            <a:tbl>
              <a:tblPr/>
              <a:tblGrid>
                <a:gridCol w="1207008"/>
                <a:gridCol w="502920"/>
                <a:gridCol w="530352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 de Inversión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Depósitos a Plazo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Financiamientos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(Inmobiliario, Mezzanine, etc.)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Efectos de Comercio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Pagaré Banco Central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28600" y="4151376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4242816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28600" y="447141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30 días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45920" y="447141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63,16%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8600" y="469087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31 y 90 días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645920" y="469087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28,00%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8600" y="491032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91 y 120 días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645920" y="49103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8,84%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28600" y="51297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1 y 2 años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645920" y="51297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97480" y="137160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697480" y="45720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697480" y="886968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697480" y="1316736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697480" y="1746504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2697480" y="2176272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697480" y="260604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697480" y="3035808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697480" y="3465576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2697480" y="3895344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97480" y="4398264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97480" y="4526280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697480" y="4800600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2026-05-14T23:30:40Z</dcterms:created>
  <dcterms:modified xsi:type="dcterms:W3CDTF">2026-05-14T23:30:40Z</dcterms:modified>
</cp:coreProperties>
</file>