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1005.44</c:v>
                </c:pt>
                <c:pt idx="2">
                  <c:v>1010.5</c:v>
                </c:pt>
                <c:pt idx="3">
                  <c:v>1015.68</c:v>
                </c:pt>
                <c:pt idx="4">
                  <c:v>1021.72</c:v>
                </c:pt>
                <c:pt idx="5">
                  <c:v>1027.16</c:v>
                </c:pt>
                <c:pt idx="6">
                  <c:v>1033.49</c:v>
                </c:pt>
                <c:pt idx="7">
                  <c:v>1039.25</c:v>
                </c:pt>
                <c:pt idx="8">
                  <c:v>1045.8</c:v>
                </c:pt>
                <c:pt idx="9">
                  <c:v>1052.33</c:v>
                </c:pt>
                <c:pt idx="10">
                  <c:v>1053.41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0,85%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2026-05-14T22:15:35Z</dcterms:created>
  <dcterms:modified xsi:type="dcterms:W3CDTF">2026-05-14T22:15:35Z</dcterms:modified>
</cp:coreProperties>
</file>