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1005.82</c:v>
                </c:pt>
                <c:pt idx="2">
                  <c:v>1011.64</c:v>
                </c:pt>
                <c:pt idx="3">
                  <c:v>1017.87</c:v>
                </c:pt>
                <c:pt idx="4">
                  <c:v>1023.61</c:v>
                </c:pt>
                <c:pt idx="5">
                  <c:v>1029.87</c:v>
                </c:pt>
                <c:pt idx="6">
                  <c:v>1036.36</c:v>
                </c:pt>
                <c:pt idx="7">
                  <c:v>1041.92</c:v>
                </c:pt>
                <c:pt idx="8">
                  <c:v>1047.97</c:v>
                </c:pt>
                <c:pt idx="9">
                  <c:v>1053.87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2026-05-18T17:50:31Z</dcterms:created>
  <dcterms:modified xsi:type="dcterms:W3CDTF">2026-05-18T17:50:31Z</dcterms:modified>
</cp:coreProperties>
</file>