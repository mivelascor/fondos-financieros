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Sheet1!$B$2:$B$35</c:f>
              <c:numCache>
                <c:formatCode>General</c:formatCode>
                <c:ptCount val="34"/>
                <c:pt idx="0">
                  <c:v>100</c:v>
                </c:pt>
                <c:pt idx="1">
                  <c:v>100.89</c:v>
                </c:pt>
                <c:pt idx="2">
                  <c:v>101.67</c:v>
                </c:pt>
                <c:pt idx="3">
                  <c:v>102.53</c:v>
                </c:pt>
                <c:pt idx="4">
                  <c:v>103.3</c:v>
                </c:pt>
                <c:pt idx="5">
                  <c:v>104.04</c:v>
                </c:pt>
                <c:pt idx="6">
                  <c:v>104.8</c:v>
                </c:pt>
                <c:pt idx="7">
                  <c:v>105.44</c:v>
                </c:pt>
                <c:pt idx="8">
                  <c:v>106.04</c:v>
                </c:pt>
                <c:pt idx="9">
                  <c:v>106.68</c:v>
                </c:pt>
                <c:pt idx="10">
                  <c:v>107.27</c:v>
                </c:pt>
                <c:pt idx="11">
                  <c:v>107.77</c:v>
                </c:pt>
                <c:pt idx="12">
                  <c:v>108.34</c:v>
                </c:pt>
                <c:pt idx="13">
                  <c:v>108.86</c:v>
                </c:pt>
                <c:pt idx="14">
                  <c:v>109.38</c:v>
                </c:pt>
                <c:pt idx="15">
                  <c:v>109.87</c:v>
                </c:pt>
                <c:pt idx="16">
                  <c:v>110.35</c:v>
                </c:pt>
                <c:pt idx="17">
                  <c:v>110.84</c:v>
                </c:pt>
                <c:pt idx="18">
                  <c:v>111.34</c:v>
                </c:pt>
                <c:pt idx="19">
                  <c:v>111.77</c:v>
                </c:pt>
                <c:pt idx="20">
                  <c:v>112.25</c:v>
                </c:pt>
                <c:pt idx="21">
                  <c:v>112.72</c:v>
                </c:pt>
                <c:pt idx="22">
                  <c:v>113.19</c:v>
                </c:pt>
                <c:pt idx="23">
                  <c:v>113.68</c:v>
                </c:pt>
                <c:pt idx="24">
                  <c:v>114.17</c:v>
                </c:pt>
                <c:pt idx="25">
                  <c:v>114.61</c:v>
                </c:pt>
                <c:pt idx="26">
                  <c:v>115.09</c:v>
                </c:pt>
                <c:pt idx="27">
                  <c:v>115.55</c:v>
                </c:pt>
                <c:pt idx="28">
                  <c:v>115.99</c:v>
                </c:pt>
                <c:pt idx="29">
                  <c:v>116.47</c:v>
                </c:pt>
                <c:pt idx="30">
                  <c:v>116.92</c:v>
                </c:pt>
                <c:pt idx="31">
                  <c:v>117.35</c:v>
                </c:pt>
                <c:pt idx="32">
                  <c:v>117.8</c:v>
                </c:pt>
                <c:pt idx="33">
                  <c:v>118.25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Sheet1!$C$2:$C$35</c:f>
              <c:numCache>
                <c:formatCode>General</c:formatCode>
                <c:ptCount val="34"/>
                <c:pt idx="0">
                  <c:v>100</c:v>
                </c:pt>
                <c:pt idx="1">
                  <c:v>101.09</c:v>
                </c:pt>
                <c:pt idx="2">
                  <c:v>102</c:v>
                </c:pt>
                <c:pt idx="3">
                  <c:v>102.89</c:v>
                </c:pt>
                <c:pt idx="4">
                  <c:v>103.7</c:v>
                </c:pt>
                <c:pt idx="5">
                  <c:v>104.47</c:v>
                </c:pt>
                <c:pt idx="6">
                  <c:v>105.38</c:v>
                </c:pt>
                <c:pt idx="7">
                  <c:v>106.05</c:v>
                </c:pt>
                <c:pt idx="8">
                  <c:v>106.64</c:v>
                </c:pt>
                <c:pt idx="9">
                  <c:v>107.3</c:v>
                </c:pt>
                <c:pt idx="10">
                  <c:v>107.85</c:v>
                </c:pt>
                <c:pt idx="11">
                  <c:v>108.38</c:v>
                </c:pt>
                <c:pt idx="12">
                  <c:v>108.88</c:v>
                </c:pt>
                <c:pt idx="13">
                  <c:v>109.33</c:v>
                </c:pt>
                <c:pt idx="14">
                  <c:v>109.74</c:v>
                </c:pt>
                <c:pt idx="15">
                  <c:v>110.12</c:v>
                </c:pt>
                <c:pt idx="16">
                  <c:v>110.53</c:v>
                </c:pt>
                <c:pt idx="17">
                  <c:v>110.97</c:v>
                </c:pt>
                <c:pt idx="18">
                  <c:v>111.46</c:v>
                </c:pt>
                <c:pt idx="19">
                  <c:v>111.86</c:v>
                </c:pt>
                <c:pt idx="20">
                  <c:v>112.34</c:v>
                </c:pt>
                <c:pt idx="21">
                  <c:v>112.9</c:v>
                </c:pt>
                <c:pt idx="22">
                  <c:v>113.58</c:v>
                </c:pt>
                <c:pt idx="23">
                  <c:v>114.23</c:v>
                </c:pt>
                <c:pt idx="24">
                  <c:v>114.81</c:v>
                </c:pt>
                <c:pt idx="25">
                  <c:v>115.48</c:v>
                </c:pt>
                <c:pt idx="26">
                  <c:v>116.15</c:v>
                </c:pt>
                <c:pt idx="27">
                  <c:v>116.86</c:v>
                </c:pt>
                <c:pt idx="28">
                  <c:v>117.52</c:v>
                </c:pt>
                <c:pt idx="29">
                  <c:v>118.24</c:v>
                </c:pt>
                <c:pt idx="30">
                  <c:v>118.99</c:v>
                </c:pt>
                <c:pt idx="31">
                  <c:v>119.63</c:v>
                </c:pt>
                <c:pt idx="32">
                  <c:v>120.32</c:v>
                </c:pt>
                <c:pt idx="33">
                  <c:v>121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Sheet1!$D$2:$D$35</c:f>
              <c:numCache>
                <c:formatCode>General</c:formatCode>
                <c:ptCount val="34"/>
                <c:pt idx="0">
                  <c:v>100</c:v>
                </c:pt>
                <c:pt idx="1">
                  <c:v>100.76</c:v>
                </c:pt>
                <c:pt idx="2">
                  <c:v>101.44</c:v>
                </c:pt>
                <c:pt idx="3">
                  <c:v>102.12</c:v>
                </c:pt>
                <c:pt idx="4">
                  <c:v>102.75</c:v>
                </c:pt>
                <c:pt idx="5">
                  <c:v>103.38</c:v>
                </c:pt>
                <c:pt idx="6">
                  <c:v>103.98</c:v>
                </c:pt>
                <c:pt idx="7">
                  <c:v>104.51</c:v>
                </c:pt>
                <c:pt idx="8">
                  <c:v>104.98</c:v>
                </c:pt>
                <c:pt idx="9">
                  <c:v>105.47</c:v>
                </c:pt>
                <c:pt idx="10">
                  <c:v>105.91</c:v>
                </c:pt>
                <c:pt idx="11">
                  <c:v>106.3</c:v>
                </c:pt>
                <c:pt idx="12">
                  <c:v>106.69</c:v>
                </c:pt>
                <c:pt idx="13">
                  <c:v>107.07</c:v>
                </c:pt>
                <c:pt idx="14">
                  <c:v>107.43</c:v>
                </c:pt>
                <c:pt idx="15">
                  <c:v>107.8</c:v>
                </c:pt>
                <c:pt idx="16">
                  <c:v>108.15</c:v>
                </c:pt>
                <c:pt idx="17">
                  <c:v>108.5</c:v>
                </c:pt>
                <c:pt idx="18">
                  <c:v>108.83</c:v>
                </c:pt>
                <c:pt idx="19">
                  <c:v>109.13</c:v>
                </c:pt>
                <c:pt idx="20">
                  <c:v>109.46</c:v>
                </c:pt>
                <c:pt idx="21">
                  <c:v>109.79</c:v>
                </c:pt>
                <c:pt idx="22">
                  <c:v>110.13</c:v>
                </c:pt>
                <c:pt idx="23">
                  <c:v>110.46</c:v>
                </c:pt>
                <c:pt idx="24">
                  <c:v>110.78</c:v>
                </c:pt>
                <c:pt idx="25">
                  <c:v>111.11</c:v>
                </c:pt>
                <c:pt idx="26">
                  <c:v>111.42</c:v>
                </c:pt>
                <c:pt idx="27">
                  <c:v>111.74</c:v>
                </c:pt>
                <c:pt idx="28">
                  <c:v>112.05</c:v>
                </c:pt>
                <c:pt idx="29">
                  <c:v>112.37</c:v>
                </c:pt>
                <c:pt idx="30">
                  <c:v>112.68</c:v>
                </c:pt>
                <c:pt idx="31">
                  <c:v>112.95</c:v>
                </c:pt>
                <c:pt idx="32">
                  <c:v>113.26</c:v>
                </c:pt>
                <c:pt idx="33">
                  <c:v>113.55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2026-05-19T11:58:28Z</dcterms:created>
  <dcterms:modified xsi:type="dcterms:W3CDTF">2026-05-19T11:58:28Z</dcterms:modified>
</cp:coreProperties>
</file>