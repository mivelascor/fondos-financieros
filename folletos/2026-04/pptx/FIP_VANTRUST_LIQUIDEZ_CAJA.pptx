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100.52</c:v>
                </c:pt>
                <c:pt idx="2">
                  <c:v>101</c:v>
                </c:pt>
                <c:pt idx="3">
                  <c:v>101.53</c:v>
                </c:pt>
                <c:pt idx="4">
                  <c:v>102.16</c:v>
                </c:pt>
                <c:pt idx="5">
                  <c:v>102.75</c:v>
                </c:pt>
                <c:pt idx="6">
                  <c:v>103.34</c:v>
                </c:pt>
                <c:pt idx="7">
                  <c:v>103.89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2026-05-18T22:50:49Z</dcterms:created>
  <dcterms:modified xsi:type="dcterms:W3CDTF">2026-05-18T22:50:49Z</dcterms:modified>
</cp:coreProperties>
</file>