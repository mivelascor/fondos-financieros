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Sheet1!$B$2:$B$92</c:f>
              <c:numCache>
                <c:formatCode>General</c:formatCode>
                <c:ptCount val="91"/>
                <c:pt idx="0">
                  <c:v>100</c:v>
                </c:pt>
                <c:pt idx="1">
                  <c:v>100.23</c:v>
                </c:pt>
                <c:pt idx="2">
                  <c:v>100.47</c:v>
                </c:pt>
                <c:pt idx="3">
                  <c:v>100.71</c:v>
                </c:pt>
                <c:pt idx="4">
                  <c:v>100.94</c:v>
                </c:pt>
                <c:pt idx="5">
                  <c:v>101.2</c:v>
                </c:pt>
                <c:pt idx="6">
                  <c:v>101.45</c:v>
                </c:pt>
                <c:pt idx="7">
                  <c:v>101.72</c:v>
                </c:pt>
                <c:pt idx="8">
                  <c:v>101.94</c:v>
                </c:pt>
                <c:pt idx="9">
                  <c:v>102.16</c:v>
                </c:pt>
                <c:pt idx="10">
                  <c:v>102.38</c:v>
                </c:pt>
                <c:pt idx="11">
                  <c:v>102.56</c:v>
                </c:pt>
                <c:pt idx="12">
                  <c:v>102.73</c:v>
                </c:pt>
                <c:pt idx="13">
                  <c:v>102.87</c:v>
                </c:pt>
                <c:pt idx="14">
                  <c:v>103.03</c:v>
                </c:pt>
                <c:pt idx="15">
                  <c:v>103.2</c:v>
                </c:pt>
                <c:pt idx="16">
                  <c:v>103.34</c:v>
                </c:pt>
                <c:pt idx="17">
                  <c:v>103.45</c:v>
                </c:pt>
                <c:pt idx="18">
                  <c:v>103.5</c:v>
                </c:pt>
                <c:pt idx="19">
                  <c:v>103.54</c:v>
                </c:pt>
                <c:pt idx="20">
                  <c:v>103.58</c:v>
                </c:pt>
                <c:pt idx="21">
                  <c:v>103.63</c:v>
                </c:pt>
                <c:pt idx="22">
                  <c:v>103.67</c:v>
                </c:pt>
                <c:pt idx="23">
                  <c:v>103.71</c:v>
                </c:pt>
                <c:pt idx="24">
                  <c:v>103.75</c:v>
                </c:pt>
                <c:pt idx="25">
                  <c:v>103.79</c:v>
                </c:pt>
                <c:pt idx="26">
                  <c:v>103.83</c:v>
                </c:pt>
                <c:pt idx="27">
                  <c:v>103.86</c:v>
                </c:pt>
                <c:pt idx="28">
                  <c:v>103.88</c:v>
                </c:pt>
                <c:pt idx="29">
                  <c:v>103.91</c:v>
                </c:pt>
                <c:pt idx="30">
                  <c:v>103.94</c:v>
                </c:pt>
                <c:pt idx="31">
                  <c:v>103.96</c:v>
                </c:pt>
                <c:pt idx="32">
                  <c:v>103.99</c:v>
                </c:pt>
                <c:pt idx="33">
                  <c:v>104.04</c:v>
                </c:pt>
                <c:pt idx="34">
                  <c:v>104.11</c:v>
                </c:pt>
                <c:pt idx="35">
                  <c:v>104.24</c:v>
                </c:pt>
                <c:pt idx="36">
                  <c:v>104.45</c:v>
                </c:pt>
                <c:pt idx="37">
                  <c:v>104.68</c:v>
                </c:pt>
                <c:pt idx="38">
                  <c:v>105.01</c:v>
                </c:pt>
                <c:pt idx="39">
                  <c:v>105.37</c:v>
                </c:pt>
                <c:pt idx="40">
                  <c:v>105.82</c:v>
                </c:pt>
                <c:pt idx="41">
                  <c:v>106.34</c:v>
                </c:pt>
                <c:pt idx="42">
                  <c:v>106.92</c:v>
                </c:pt>
                <c:pt idx="43">
                  <c:v>107.68</c:v>
                </c:pt>
                <c:pt idx="44">
                  <c:v>108.47</c:v>
                </c:pt>
                <c:pt idx="45">
                  <c:v>109.29</c:v>
                </c:pt>
                <c:pt idx="46">
                  <c:v>110.27</c:v>
                </c:pt>
                <c:pt idx="47">
                  <c:v>111.24</c:v>
                </c:pt>
                <c:pt idx="48">
                  <c:v>112.2</c:v>
                </c:pt>
                <c:pt idx="49">
                  <c:v>113.36</c:v>
                </c:pt>
                <c:pt idx="50">
                  <c:v>114.43</c:v>
                </c:pt>
                <c:pt idx="51">
                  <c:v>115.58</c:v>
                </c:pt>
                <c:pt idx="52">
                  <c:v>116.59</c:v>
                </c:pt>
                <c:pt idx="53">
                  <c:v>117.73</c:v>
                </c:pt>
                <c:pt idx="54">
                  <c:v>118.76</c:v>
                </c:pt>
                <c:pt idx="55">
                  <c:v>119.99</c:v>
                </c:pt>
                <c:pt idx="56">
                  <c:v>121.12</c:v>
                </c:pt>
                <c:pt idx="57">
                  <c:v>122.3</c:v>
                </c:pt>
                <c:pt idx="58">
                  <c:v>123.39</c:v>
                </c:pt>
                <c:pt idx="59">
                  <c:v>124.35</c:v>
                </c:pt>
                <c:pt idx="60">
                  <c:v>125.4</c:v>
                </c:pt>
                <c:pt idx="61">
                  <c:v>126.34</c:v>
                </c:pt>
                <c:pt idx="62">
                  <c:v>127.24</c:v>
                </c:pt>
                <c:pt idx="63">
                  <c:v>128.18</c:v>
                </c:pt>
                <c:pt idx="64">
                  <c:v>128.96</c:v>
                </c:pt>
                <c:pt idx="65">
                  <c:v>129.69</c:v>
                </c:pt>
                <c:pt idx="66">
                  <c:v>130.48</c:v>
                </c:pt>
                <c:pt idx="67">
                  <c:v>131.2</c:v>
                </c:pt>
                <c:pt idx="68">
                  <c:v>131.8</c:v>
                </c:pt>
                <c:pt idx="69">
                  <c:v>132.5</c:v>
                </c:pt>
                <c:pt idx="70">
                  <c:v>133.13</c:v>
                </c:pt>
                <c:pt idx="71">
                  <c:v>133.77</c:v>
                </c:pt>
                <c:pt idx="72">
                  <c:v>134.37</c:v>
                </c:pt>
                <c:pt idx="73">
                  <c:v>134.96</c:v>
                </c:pt>
                <c:pt idx="74">
                  <c:v>135.56</c:v>
                </c:pt>
                <c:pt idx="75">
                  <c:v>136.17</c:v>
                </c:pt>
                <c:pt idx="76">
                  <c:v>136.7</c:v>
                </c:pt>
                <c:pt idx="77">
                  <c:v>137.29</c:v>
                </c:pt>
                <c:pt idx="78">
                  <c:v>137.86</c:v>
                </c:pt>
                <c:pt idx="79">
                  <c:v>138.44</c:v>
                </c:pt>
                <c:pt idx="80">
                  <c:v>139.03</c:v>
                </c:pt>
                <c:pt idx="81">
                  <c:v>139.63</c:v>
                </c:pt>
                <c:pt idx="82">
                  <c:v>140.17</c:v>
                </c:pt>
                <c:pt idx="83">
                  <c:v>140.76</c:v>
                </c:pt>
                <c:pt idx="84">
                  <c:v>141.32</c:v>
                </c:pt>
                <c:pt idx="85">
                  <c:v>141.86</c:v>
                </c:pt>
                <c:pt idx="86">
                  <c:v>142.45</c:v>
                </c:pt>
                <c:pt idx="87">
                  <c:v>143</c:v>
                </c:pt>
                <c:pt idx="88">
                  <c:v>143.52</c:v>
                </c:pt>
                <c:pt idx="89">
                  <c:v>144.08</c:v>
                </c:pt>
                <c:pt idx="90">
                  <c:v>144.62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Sheet1!$C$2:$C$92</c:f>
              <c:numCache>
                <c:formatCode>General</c:formatCode>
                <c:ptCount val="91"/>
                <c:pt idx="0">
                  <c:v>100</c:v>
                </c:pt>
                <c:pt idx="1">
                  <c:v>100.34</c:v>
                </c:pt>
                <c:pt idx="2">
                  <c:v>100.58</c:v>
                </c:pt>
                <c:pt idx="3">
                  <c:v>100.76</c:v>
                </c:pt>
                <c:pt idx="4">
                  <c:v>100.92</c:v>
                </c:pt>
                <c:pt idx="5">
                  <c:v>101.11</c:v>
                </c:pt>
                <c:pt idx="6">
                  <c:v>101.3</c:v>
                </c:pt>
                <c:pt idx="7">
                  <c:v>101.53</c:v>
                </c:pt>
                <c:pt idx="8">
                  <c:v>101.73</c:v>
                </c:pt>
                <c:pt idx="9">
                  <c:v>101.94</c:v>
                </c:pt>
                <c:pt idx="10">
                  <c:v>102.13</c:v>
                </c:pt>
                <c:pt idx="11">
                  <c:v>102.24</c:v>
                </c:pt>
                <c:pt idx="12">
                  <c:v>102.34</c:v>
                </c:pt>
                <c:pt idx="13">
                  <c:v>102.44</c:v>
                </c:pt>
                <c:pt idx="14">
                  <c:v>102.58</c:v>
                </c:pt>
                <c:pt idx="15">
                  <c:v>102.71</c:v>
                </c:pt>
                <c:pt idx="16">
                  <c:v>102.78</c:v>
                </c:pt>
                <c:pt idx="17">
                  <c:v>102.85</c:v>
                </c:pt>
                <c:pt idx="18">
                  <c:v>102.99</c:v>
                </c:pt>
                <c:pt idx="19">
                  <c:v>103.13</c:v>
                </c:pt>
                <c:pt idx="20">
                  <c:v>103.26</c:v>
                </c:pt>
                <c:pt idx="21">
                  <c:v>103.38</c:v>
                </c:pt>
                <c:pt idx="22">
                  <c:v>103.5</c:v>
                </c:pt>
                <c:pt idx="23">
                  <c:v>103.62</c:v>
                </c:pt>
                <c:pt idx="24">
                  <c:v>103.74</c:v>
                </c:pt>
                <c:pt idx="25">
                  <c:v>103.86</c:v>
                </c:pt>
                <c:pt idx="26">
                  <c:v>104.12</c:v>
                </c:pt>
                <c:pt idx="27">
                  <c:v>104.22</c:v>
                </c:pt>
                <c:pt idx="28">
                  <c:v>104.3</c:v>
                </c:pt>
                <c:pt idx="29">
                  <c:v>104.32</c:v>
                </c:pt>
                <c:pt idx="30">
                  <c:v>104.35</c:v>
                </c:pt>
                <c:pt idx="31">
                  <c:v>104.48</c:v>
                </c:pt>
                <c:pt idx="32">
                  <c:v>104.61</c:v>
                </c:pt>
                <c:pt idx="33">
                  <c:v>104.73</c:v>
                </c:pt>
                <c:pt idx="34">
                  <c:v>104.83</c:v>
                </c:pt>
                <c:pt idx="35">
                  <c:v>104.9</c:v>
                </c:pt>
                <c:pt idx="36">
                  <c:v>104.99</c:v>
                </c:pt>
                <c:pt idx="37">
                  <c:v>105.14</c:v>
                </c:pt>
                <c:pt idx="38">
                  <c:v>105.33</c:v>
                </c:pt>
                <c:pt idx="39">
                  <c:v>105.64</c:v>
                </c:pt>
                <c:pt idx="40">
                  <c:v>106.01</c:v>
                </c:pt>
                <c:pt idx="41">
                  <c:v>106.43</c:v>
                </c:pt>
                <c:pt idx="42">
                  <c:v>107.1</c:v>
                </c:pt>
                <c:pt idx="43">
                  <c:v>107.91</c:v>
                </c:pt>
                <c:pt idx="44">
                  <c:v>108.59</c:v>
                </c:pt>
                <c:pt idx="45">
                  <c:v>109.32</c:v>
                </c:pt>
                <c:pt idx="46">
                  <c:v>110.2</c:v>
                </c:pt>
                <c:pt idx="47">
                  <c:v>111.09</c:v>
                </c:pt>
                <c:pt idx="48">
                  <c:v>112.11</c:v>
                </c:pt>
                <c:pt idx="49">
                  <c:v>113.22</c:v>
                </c:pt>
                <c:pt idx="50">
                  <c:v>114.29</c:v>
                </c:pt>
                <c:pt idx="51">
                  <c:v>115.46</c:v>
                </c:pt>
                <c:pt idx="52">
                  <c:v>116.41</c:v>
                </c:pt>
                <c:pt idx="53">
                  <c:v>117.57</c:v>
                </c:pt>
                <c:pt idx="54">
                  <c:v>118.65</c:v>
                </c:pt>
                <c:pt idx="55">
                  <c:v>119.9</c:v>
                </c:pt>
                <c:pt idx="56">
                  <c:v>121.07</c:v>
                </c:pt>
                <c:pt idx="57">
                  <c:v>122.28</c:v>
                </c:pt>
                <c:pt idx="58">
                  <c:v>123.47</c:v>
                </c:pt>
                <c:pt idx="59">
                  <c:v>124.62</c:v>
                </c:pt>
                <c:pt idx="60">
                  <c:v>125.71</c:v>
                </c:pt>
                <c:pt idx="61">
                  <c:v>126.68</c:v>
                </c:pt>
                <c:pt idx="62">
                  <c:v>127.68</c:v>
                </c:pt>
                <c:pt idx="63">
                  <c:v>128.77</c:v>
                </c:pt>
                <c:pt idx="64">
                  <c:v>129.62</c:v>
                </c:pt>
                <c:pt idx="65">
                  <c:v>130.37</c:v>
                </c:pt>
                <c:pt idx="66">
                  <c:v>131.23</c:v>
                </c:pt>
                <c:pt idx="67">
                  <c:v>132.12</c:v>
                </c:pt>
                <c:pt idx="68">
                  <c:v>132.92</c:v>
                </c:pt>
                <c:pt idx="69">
                  <c:v>133.51</c:v>
                </c:pt>
                <c:pt idx="70">
                  <c:v>134.11</c:v>
                </c:pt>
                <c:pt idx="71">
                  <c:v>134.76</c:v>
                </c:pt>
                <c:pt idx="72">
                  <c:v>135.38</c:v>
                </c:pt>
                <c:pt idx="73">
                  <c:v>136.01</c:v>
                </c:pt>
                <c:pt idx="74">
                  <c:v>136.64</c:v>
                </c:pt>
                <c:pt idx="75">
                  <c:v>137.05</c:v>
                </c:pt>
                <c:pt idx="76">
                  <c:v>137.6</c:v>
                </c:pt>
                <c:pt idx="77">
                  <c:v>138.18</c:v>
                </c:pt>
                <c:pt idx="78">
                  <c:v>138.76</c:v>
                </c:pt>
                <c:pt idx="79">
                  <c:v>139.37</c:v>
                </c:pt>
                <c:pt idx="80">
                  <c:v>140.11</c:v>
                </c:pt>
                <c:pt idx="81">
                  <c:v>140.81</c:v>
                </c:pt>
                <c:pt idx="82">
                  <c:v>141.54</c:v>
                </c:pt>
                <c:pt idx="83">
                  <c:v>142.21</c:v>
                </c:pt>
                <c:pt idx="84">
                  <c:v>142.97</c:v>
                </c:pt>
                <c:pt idx="85">
                  <c:v>143.85</c:v>
                </c:pt>
                <c:pt idx="86">
                  <c:v>144.67</c:v>
                </c:pt>
                <c:pt idx="87">
                  <c:v>145.51</c:v>
                </c:pt>
                <c:pt idx="88">
                  <c:v>146.28</c:v>
                </c:pt>
                <c:pt idx="89">
                  <c:v>147.11</c:v>
                </c:pt>
                <c:pt idx="90">
                  <c:v>147.95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Sheet1!$A$2:$A$92</c:f>
              <c:multiLvlStrCache>
                <c:ptCount val="91"/>
                <c:lvl>
                  <c:pt idx="0">
                    <c:v>Oct 2018</c:v>
                  </c:pt>
                  <c:pt idx="1">
                    <c:v>Nov 2018</c:v>
                  </c:pt>
                  <c:pt idx="2">
                    <c:v>Dec 2018</c:v>
                  </c:pt>
                  <c:pt idx="3">
                    <c:v>Jan 2019</c:v>
                  </c:pt>
                  <c:pt idx="4">
                    <c:v>Feb 2019</c:v>
                  </c:pt>
                  <c:pt idx="5">
                    <c:v>Mar 2019</c:v>
                  </c:pt>
                  <c:pt idx="6">
                    <c:v>Apr 2019</c:v>
                  </c:pt>
                  <c:pt idx="7">
                    <c:v>May 2019</c:v>
                  </c:pt>
                  <c:pt idx="8">
                    <c:v>Jun 2019</c:v>
                  </c:pt>
                  <c:pt idx="9">
                    <c:v>Jul 2019</c:v>
                  </c:pt>
                  <c:pt idx="10">
                    <c:v>Aug 2019</c:v>
                  </c:pt>
                  <c:pt idx="11">
                    <c:v>Sep 2019</c:v>
                  </c:pt>
                  <c:pt idx="12">
                    <c:v>Oct 2019</c:v>
                  </c:pt>
                  <c:pt idx="13">
                    <c:v>Nov 2019</c:v>
                  </c:pt>
                  <c:pt idx="14">
                    <c:v>Dec 2019</c:v>
                  </c:pt>
                  <c:pt idx="15">
                    <c:v>Jan 2020</c:v>
                  </c:pt>
                  <c:pt idx="16">
                    <c:v>Feb 2020</c:v>
                  </c:pt>
                  <c:pt idx="17">
                    <c:v>Mar 2020</c:v>
                  </c:pt>
                  <c:pt idx="18">
                    <c:v>Apr 2020</c:v>
                  </c:pt>
                  <c:pt idx="19">
                    <c:v>May 2020</c:v>
                  </c:pt>
                  <c:pt idx="20">
                    <c:v>Jun 2020</c:v>
                  </c:pt>
                  <c:pt idx="21">
                    <c:v>Jul 2020</c:v>
                  </c:pt>
                  <c:pt idx="22">
                    <c:v>Aug 2020</c:v>
                  </c:pt>
                  <c:pt idx="23">
                    <c:v>Sep 2020</c:v>
                  </c:pt>
                  <c:pt idx="24">
                    <c:v>Oct 2020</c:v>
                  </c:pt>
                  <c:pt idx="25">
                    <c:v>Nov 2020</c:v>
                  </c:pt>
                  <c:pt idx="26">
                    <c:v>Dec 2020</c:v>
                  </c:pt>
                  <c:pt idx="27">
                    <c:v>Jan 2021</c:v>
                  </c:pt>
                  <c:pt idx="28">
                    <c:v>Feb 2021</c:v>
                  </c:pt>
                  <c:pt idx="29">
                    <c:v>Mar 2021</c:v>
                  </c:pt>
                  <c:pt idx="30">
                    <c:v>Apr 2021</c:v>
                  </c:pt>
                  <c:pt idx="31">
                    <c:v>May 2021</c:v>
                  </c:pt>
                  <c:pt idx="32">
                    <c:v>Jun 2021</c:v>
                  </c:pt>
                  <c:pt idx="33">
                    <c:v>Jul 2021</c:v>
                  </c:pt>
                  <c:pt idx="34">
                    <c:v>Aug 2021</c:v>
                  </c:pt>
                  <c:pt idx="35">
                    <c:v>Sep 2021</c:v>
                  </c:pt>
                  <c:pt idx="36">
                    <c:v>Oct 2021</c:v>
                  </c:pt>
                  <c:pt idx="37">
                    <c:v>Nov 2021</c:v>
                  </c:pt>
                  <c:pt idx="38">
                    <c:v>Dec 2021</c:v>
                  </c:pt>
                  <c:pt idx="39">
                    <c:v>Jan 2022</c:v>
                  </c:pt>
                  <c:pt idx="40">
                    <c:v>Feb 2022</c:v>
                  </c:pt>
                  <c:pt idx="41">
                    <c:v>Mar 2022</c:v>
                  </c:pt>
                  <c:pt idx="42">
                    <c:v>Apr 2022</c:v>
                  </c:pt>
                  <c:pt idx="43">
                    <c:v>May 2022</c:v>
                  </c:pt>
                  <c:pt idx="44">
                    <c:v>Jun 2022</c:v>
                  </c:pt>
                  <c:pt idx="45">
                    <c:v>Jul 2022</c:v>
                  </c:pt>
                  <c:pt idx="46">
                    <c:v>Aug 2022</c:v>
                  </c:pt>
                  <c:pt idx="47">
                    <c:v>Sep 2022</c:v>
                  </c:pt>
                  <c:pt idx="48">
                    <c:v>Oct 2022</c:v>
                  </c:pt>
                  <c:pt idx="49">
                    <c:v>Nov 2022</c:v>
                  </c:pt>
                  <c:pt idx="50">
                    <c:v>Dec 2022</c:v>
                  </c:pt>
                  <c:pt idx="51">
                    <c:v>Jan 2023</c:v>
                  </c:pt>
                  <c:pt idx="52">
                    <c:v>Feb 2023</c:v>
                  </c:pt>
                  <c:pt idx="53">
                    <c:v>Mar 2023</c:v>
                  </c:pt>
                  <c:pt idx="54">
                    <c:v>Apr 2023</c:v>
                  </c:pt>
                  <c:pt idx="55">
                    <c:v>May 2023</c:v>
                  </c:pt>
                  <c:pt idx="56">
                    <c:v>Jun 2023</c:v>
                  </c:pt>
                  <c:pt idx="57">
                    <c:v>Jul 2023</c:v>
                  </c:pt>
                  <c:pt idx="58">
                    <c:v>Aug 2023</c:v>
                  </c:pt>
                  <c:pt idx="59">
                    <c:v>Sep 2023</c:v>
                  </c:pt>
                  <c:pt idx="60">
                    <c:v>Oct 2023</c:v>
                  </c:pt>
                  <c:pt idx="61">
                    <c:v>Nov 2023</c:v>
                  </c:pt>
                  <c:pt idx="62">
                    <c:v>Dec 2023</c:v>
                  </c:pt>
                  <c:pt idx="63">
                    <c:v>Jan 2024</c:v>
                  </c:pt>
                  <c:pt idx="64">
                    <c:v>Feb 2024</c:v>
                  </c:pt>
                  <c:pt idx="65">
                    <c:v>Mar 2024</c:v>
                  </c:pt>
                  <c:pt idx="66">
                    <c:v>Apr 2024</c:v>
                  </c:pt>
                  <c:pt idx="67">
                    <c:v>May 2024</c:v>
                  </c:pt>
                  <c:pt idx="68">
                    <c:v>Jun 2024</c:v>
                  </c:pt>
                  <c:pt idx="69">
                    <c:v>Jul 2024</c:v>
                  </c:pt>
                  <c:pt idx="70">
                    <c:v>Aug 2024</c:v>
                  </c:pt>
                  <c:pt idx="71">
                    <c:v>Sep 2024</c:v>
                  </c:pt>
                  <c:pt idx="72">
                    <c:v>Oct 2024</c:v>
                  </c:pt>
                  <c:pt idx="73">
                    <c:v>Nov 2024</c:v>
                  </c:pt>
                  <c:pt idx="74">
                    <c:v>Dec 2024</c:v>
                  </c:pt>
                  <c:pt idx="75">
                    <c:v>Jan 2025</c:v>
                  </c:pt>
                  <c:pt idx="76">
                    <c:v>Feb 2025</c:v>
                  </c:pt>
                  <c:pt idx="77">
                    <c:v>Mar 2025</c:v>
                  </c:pt>
                  <c:pt idx="78">
                    <c:v>Apr 2025</c:v>
                  </c:pt>
                  <c:pt idx="79">
                    <c:v>May 2025</c:v>
                  </c:pt>
                  <c:pt idx="80">
                    <c:v>Jun 2025</c:v>
                  </c:pt>
                  <c:pt idx="81">
                    <c:v>Jul 2025</c:v>
                  </c:pt>
                  <c:pt idx="82">
                    <c:v>Aug 2025</c:v>
                  </c:pt>
                  <c:pt idx="83">
                    <c:v>Sep 2025</c:v>
                  </c:pt>
                  <c:pt idx="84">
                    <c:v>Oct 2025</c:v>
                  </c:pt>
                  <c:pt idx="85">
                    <c:v>Nov 2025</c:v>
                  </c:pt>
                  <c:pt idx="86">
                    <c:v>Dec 2025</c:v>
                  </c:pt>
                  <c:pt idx="87">
                    <c:v>Jan 2026</c:v>
                  </c:pt>
                  <c:pt idx="88">
                    <c:v>Feb 2026</c:v>
                  </c:pt>
                  <c:pt idx="89">
                    <c:v>Mar 2026</c:v>
                  </c:pt>
                  <c:pt idx="90">
                    <c:v>Apr 2026</c:v>
                  </c:pt>
                </c:lvl>
              </c:multiLvlStrCache>
            </c:multiLvlStrRef>
          </c:cat>
          <c:val>
            <c:numRef>
              <c:f>Sheet1!$D$2:$D$92</c:f>
              <c:numCache>
                <c:formatCode>General</c:formatCode>
                <c:ptCount val="91"/>
                <c:pt idx="0">
                  <c:v>100</c:v>
                </c:pt>
                <c:pt idx="1">
                  <c:v>100.1</c:v>
                </c:pt>
                <c:pt idx="2">
                  <c:v>100.24</c:v>
                </c:pt>
                <c:pt idx="3">
                  <c:v>100.38</c:v>
                </c:pt>
                <c:pt idx="4">
                  <c:v>100.51</c:v>
                </c:pt>
                <c:pt idx="5">
                  <c:v>100.66</c:v>
                </c:pt>
                <c:pt idx="6">
                  <c:v>100.8</c:v>
                </c:pt>
                <c:pt idx="7">
                  <c:v>100.94</c:v>
                </c:pt>
                <c:pt idx="8">
                  <c:v>101.06</c:v>
                </c:pt>
                <c:pt idx="9">
                  <c:v>101.16</c:v>
                </c:pt>
                <c:pt idx="10">
                  <c:v>101.26</c:v>
                </c:pt>
                <c:pt idx="11">
                  <c:v>101.37</c:v>
                </c:pt>
                <c:pt idx="12">
                  <c:v>101.43</c:v>
                </c:pt>
                <c:pt idx="13">
                  <c:v>101.5</c:v>
                </c:pt>
                <c:pt idx="14">
                  <c:v>101.57</c:v>
                </c:pt>
                <c:pt idx="15">
                  <c:v>101.62</c:v>
                </c:pt>
                <c:pt idx="16">
                  <c:v>101.67</c:v>
                </c:pt>
                <c:pt idx="17">
                  <c:v>101.76</c:v>
                </c:pt>
                <c:pt idx="18">
                  <c:v>101.99</c:v>
                </c:pt>
                <c:pt idx="19">
                  <c:v>102</c:v>
                </c:pt>
                <c:pt idx="20">
                  <c:v>102.02</c:v>
                </c:pt>
                <c:pt idx="21">
                  <c:v>102.03</c:v>
                </c:pt>
                <c:pt idx="22">
                  <c:v>102.05</c:v>
                </c:pt>
                <c:pt idx="23">
                  <c:v>102.06</c:v>
                </c:pt>
                <c:pt idx="24">
                  <c:v>102.06</c:v>
                </c:pt>
                <c:pt idx="25">
                  <c:v>102.07</c:v>
                </c:pt>
                <c:pt idx="26">
                  <c:v>102.08</c:v>
                </c:pt>
                <c:pt idx="27">
                  <c:v>102.08</c:v>
                </c:pt>
                <c:pt idx="28">
                  <c:v>102.09</c:v>
                </c:pt>
                <c:pt idx="29">
                  <c:v>102.09</c:v>
                </c:pt>
                <c:pt idx="30">
                  <c:v>102.1</c:v>
                </c:pt>
                <c:pt idx="31">
                  <c:v>102.1</c:v>
                </c:pt>
                <c:pt idx="32">
                  <c:v>102.11</c:v>
                </c:pt>
                <c:pt idx="33">
                  <c:v>102.12</c:v>
                </c:pt>
                <c:pt idx="34">
                  <c:v>102.12</c:v>
                </c:pt>
                <c:pt idx="35">
                  <c:v>102.11</c:v>
                </c:pt>
                <c:pt idx="36">
                  <c:v>102.22</c:v>
                </c:pt>
                <c:pt idx="37">
                  <c:v>102.34</c:v>
                </c:pt>
                <c:pt idx="38">
                  <c:v>102.53</c:v>
                </c:pt>
                <c:pt idx="39">
                  <c:v>102.79</c:v>
                </c:pt>
                <c:pt idx="40">
                  <c:v>103.13</c:v>
                </c:pt>
                <c:pt idx="41">
                  <c:v>103.53</c:v>
                </c:pt>
                <c:pt idx="42">
                  <c:v>104</c:v>
                </c:pt>
                <c:pt idx="43">
                  <c:v>104.57</c:v>
                </c:pt>
                <c:pt idx="44">
                  <c:v>105.19</c:v>
                </c:pt>
                <c:pt idx="45">
                  <c:v>105.87</c:v>
                </c:pt>
                <c:pt idx="46">
                  <c:v>106.62</c:v>
                </c:pt>
                <c:pt idx="47">
                  <c:v>107.4</c:v>
                </c:pt>
                <c:pt idx="48">
                  <c:v>108.18</c:v>
                </c:pt>
                <c:pt idx="49">
                  <c:v>109.12</c:v>
                </c:pt>
                <c:pt idx="50">
                  <c:v>109.99</c:v>
                </c:pt>
                <c:pt idx="51">
                  <c:v>110.92</c:v>
                </c:pt>
                <c:pt idx="52">
                  <c:v>111.73</c:v>
                </c:pt>
                <c:pt idx="53">
                  <c:v>112.65</c:v>
                </c:pt>
                <c:pt idx="54">
                  <c:v>113.49</c:v>
                </c:pt>
                <c:pt idx="55">
                  <c:v>114.49</c:v>
                </c:pt>
                <c:pt idx="56">
                  <c:v>115.41</c:v>
                </c:pt>
                <c:pt idx="57">
                  <c:v>116.36</c:v>
                </c:pt>
                <c:pt idx="58">
                  <c:v>117.24</c:v>
                </c:pt>
                <c:pt idx="59">
                  <c:v>118.04</c:v>
                </c:pt>
                <c:pt idx="60">
                  <c:v>118.82</c:v>
                </c:pt>
                <c:pt idx="61">
                  <c:v>119.56</c:v>
                </c:pt>
                <c:pt idx="62">
                  <c:v>120.29</c:v>
                </c:pt>
                <c:pt idx="63">
                  <c:v>120.99</c:v>
                </c:pt>
                <c:pt idx="64">
                  <c:v>121.61</c:v>
                </c:pt>
                <c:pt idx="65">
                  <c:v>122.15</c:v>
                </c:pt>
                <c:pt idx="66">
                  <c:v>122.73</c:v>
                </c:pt>
                <c:pt idx="67">
                  <c:v>123.24</c:v>
                </c:pt>
                <c:pt idx="68">
                  <c:v>123.69</c:v>
                </c:pt>
                <c:pt idx="69">
                  <c:v>124.14</c:v>
                </c:pt>
                <c:pt idx="70">
                  <c:v>124.59</c:v>
                </c:pt>
                <c:pt idx="71">
                  <c:v>125.01</c:v>
                </c:pt>
                <c:pt idx="72">
                  <c:v>125.43</c:v>
                </c:pt>
                <c:pt idx="73">
                  <c:v>125.84</c:v>
                </c:pt>
                <c:pt idx="74">
                  <c:v>126.24</c:v>
                </c:pt>
                <c:pt idx="75">
                  <c:v>126.63</c:v>
                </c:pt>
                <c:pt idx="76">
                  <c:v>126.98</c:v>
                </c:pt>
                <c:pt idx="77">
                  <c:v>127.36</c:v>
                </c:pt>
                <c:pt idx="78">
                  <c:v>127.74</c:v>
                </c:pt>
                <c:pt idx="79">
                  <c:v>128.14</c:v>
                </c:pt>
                <c:pt idx="80">
                  <c:v>128.52</c:v>
                </c:pt>
                <c:pt idx="81">
                  <c:v>128.9</c:v>
                </c:pt>
                <c:pt idx="82">
                  <c:v>129.29</c:v>
                </c:pt>
                <c:pt idx="83">
                  <c:v>129.65</c:v>
                </c:pt>
                <c:pt idx="84">
                  <c:v>130.02</c:v>
                </c:pt>
                <c:pt idx="85">
                  <c:v>130.38</c:v>
                </c:pt>
                <c:pt idx="86">
                  <c:v>130.75</c:v>
                </c:pt>
                <c:pt idx="87">
                  <c:v>131.11</c:v>
                </c:pt>
                <c:pt idx="88">
                  <c:v>131.43</c:v>
                </c:pt>
                <c:pt idx="89">
                  <c:v>131.78</c:v>
                </c:pt>
                <c:pt idx="90">
                  <c:v>132.12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9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2026-05-19T11:58:23Z</dcterms:created>
  <dcterms:modified xsi:type="dcterms:W3CDTF">2026-05-19T11:58:23Z</dcterms:modified>
</cp:coreProperties>
</file>