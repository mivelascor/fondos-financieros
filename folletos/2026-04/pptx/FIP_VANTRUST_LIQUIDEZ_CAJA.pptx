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Caja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1000.17</c:v>
                </c:pt>
                <c:pt idx="2">
                  <c:v>1000.33</c:v>
                </c:pt>
                <c:pt idx="3">
                  <c:v>1000.54</c:v>
                </c:pt>
                <c:pt idx="4">
                  <c:v>1000.75</c:v>
                </c:pt>
                <c:pt idx="5">
                  <c:v>1000.92</c:v>
                </c:pt>
                <c:pt idx="6">
                  <c:v>1001.09</c:v>
                </c:pt>
                <c:pt idx="7">
                  <c:v>1001.26</c:v>
                </c:pt>
                <c:pt idx="8">
                  <c:v>1001.43</c:v>
                </c:pt>
                <c:pt idx="9">
                  <c:v>1001.59</c:v>
                </c:pt>
                <c:pt idx="10">
                  <c:v>1001.76</c:v>
                </c:pt>
                <c:pt idx="11">
                  <c:v>1001.94</c:v>
                </c:pt>
                <c:pt idx="12">
                  <c:v>1002.12</c:v>
                </c:pt>
                <c:pt idx="13">
                  <c:v>1002.3</c:v>
                </c:pt>
                <c:pt idx="14">
                  <c:v>1002.48</c:v>
                </c:pt>
                <c:pt idx="15">
                  <c:v>1002.66</c:v>
                </c:pt>
                <c:pt idx="16">
                  <c:v>1002.84</c:v>
                </c:pt>
                <c:pt idx="17">
                  <c:v>1003.03</c:v>
                </c:pt>
                <c:pt idx="18">
                  <c:v>1003.21</c:v>
                </c:pt>
                <c:pt idx="19">
                  <c:v>1003.36</c:v>
                </c:pt>
                <c:pt idx="20">
                  <c:v>1003.53</c:v>
                </c:pt>
                <c:pt idx="21">
                  <c:v>1003.75</c:v>
                </c:pt>
                <c:pt idx="22">
                  <c:v>1003.92</c:v>
                </c:pt>
                <c:pt idx="23">
                  <c:v>1004.1</c:v>
                </c:pt>
                <c:pt idx="24">
                  <c:v>1004.28</c:v>
                </c:pt>
                <c:pt idx="25">
                  <c:v>1004.45</c:v>
                </c:pt>
                <c:pt idx="26">
                  <c:v>1004.62</c:v>
                </c:pt>
                <c:pt idx="27">
                  <c:v>1004.8</c:v>
                </c:pt>
                <c:pt idx="28">
                  <c:v>1004.98</c:v>
                </c:pt>
                <c:pt idx="29">
                  <c:v>1005.15</c:v>
                </c:pt>
                <c:pt idx="30">
                  <c:v>1005.37</c:v>
                </c:pt>
                <c:pt idx="31">
                  <c:v>1005.58</c:v>
                </c:pt>
                <c:pt idx="32">
                  <c:v>1005.79</c:v>
                </c:pt>
                <c:pt idx="33">
                  <c:v>1005.96</c:v>
                </c:pt>
                <c:pt idx="34">
                  <c:v>1005.99</c:v>
                </c:pt>
                <c:pt idx="35">
                  <c:v>1006.18</c:v>
                </c:pt>
                <c:pt idx="36">
                  <c:v>1006.37</c:v>
                </c:pt>
                <c:pt idx="37">
                  <c:v>1006.55</c:v>
                </c:pt>
                <c:pt idx="38">
                  <c:v>1006.74</c:v>
                </c:pt>
                <c:pt idx="39">
                  <c:v>1006.93</c:v>
                </c:pt>
                <c:pt idx="40">
                  <c:v>1007.14</c:v>
                </c:pt>
                <c:pt idx="41">
                  <c:v>1007.32</c:v>
                </c:pt>
                <c:pt idx="42">
                  <c:v>1007.5</c:v>
                </c:pt>
                <c:pt idx="43">
                  <c:v>1007.68</c:v>
                </c:pt>
                <c:pt idx="44">
                  <c:v>1007.86</c:v>
                </c:pt>
                <c:pt idx="45">
                  <c:v>1008.04</c:v>
                </c:pt>
                <c:pt idx="46">
                  <c:v>1008.21</c:v>
                </c:pt>
                <c:pt idx="47">
                  <c:v>1008.25</c:v>
                </c:pt>
                <c:pt idx="48">
                  <c:v>1008.44</c:v>
                </c:pt>
                <c:pt idx="49">
                  <c:v>1008.62</c:v>
                </c:pt>
                <c:pt idx="50">
                  <c:v>1008.81</c:v>
                </c:pt>
                <c:pt idx="51">
                  <c:v>1009</c:v>
                </c:pt>
                <c:pt idx="52">
                  <c:v>1009.19</c:v>
                </c:pt>
                <c:pt idx="53">
                  <c:v>1009.37</c:v>
                </c:pt>
                <c:pt idx="54">
                  <c:v>1009.57</c:v>
                </c:pt>
                <c:pt idx="55">
                  <c:v>1009.79</c:v>
                </c:pt>
                <c:pt idx="56">
                  <c:v>1009.98</c:v>
                </c:pt>
                <c:pt idx="57">
                  <c:v>1010.17</c:v>
                </c:pt>
                <c:pt idx="58">
                  <c:v>1010.36</c:v>
                </c:pt>
                <c:pt idx="59">
                  <c:v>1010.55</c:v>
                </c:pt>
                <c:pt idx="60">
                  <c:v>1010.74</c:v>
                </c:pt>
                <c:pt idx="61">
                  <c:v>1010.77</c:v>
                </c:pt>
                <c:pt idx="62">
                  <c:v>1011.01</c:v>
                </c:pt>
                <c:pt idx="63">
                  <c:v>1011.19</c:v>
                </c:pt>
                <c:pt idx="64">
                  <c:v>1011.38</c:v>
                </c:pt>
                <c:pt idx="65">
                  <c:v>1011.57</c:v>
                </c:pt>
                <c:pt idx="66">
                  <c:v>1011.76</c:v>
                </c:pt>
                <c:pt idx="67">
                  <c:v>1011.95</c:v>
                </c:pt>
                <c:pt idx="68">
                  <c:v>1012.13</c:v>
                </c:pt>
                <c:pt idx="69">
                  <c:v>1012.31</c:v>
                </c:pt>
                <c:pt idx="70">
                  <c:v>1012.49</c:v>
                </c:pt>
                <c:pt idx="71">
                  <c:v>1012.66</c:v>
                </c:pt>
                <c:pt idx="72">
                  <c:v>1012.83</c:v>
                </c:pt>
                <c:pt idx="73">
                  <c:v>1013.01</c:v>
                </c:pt>
                <c:pt idx="74">
                  <c:v>1013.18</c:v>
                </c:pt>
                <c:pt idx="75">
                  <c:v>1013.23</c:v>
                </c:pt>
                <c:pt idx="76">
                  <c:v>1013.41</c:v>
                </c:pt>
                <c:pt idx="77">
                  <c:v>1013.6</c:v>
                </c:pt>
                <c:pt idx="78">
                  <c:v>1013.78</c:v>
                </c:pt>
                <c:pt idx="79">
                  <c:v>1013.98</c:v>
                </c:pt>
                <c:pt idx="80">
                  <c:v>1014.17</c:v>
                </c:pt>
                <c:pt idx="81">
                  <c:v>1014.37</c:v>
                </c:pt>
                <c:pt idx="82">
                  <c:v>1014.56</c:v>
                </c:pt>
                <c:pt idx="83">
                  <c:v>1014.75</c:v>
                </c:pt>
                <c:pt idx="84">
                  <c:v>1014.94</c:v>
                </c:pt>
                <c:pt idx="85">
                  <c:v>1015.13</c:v>
                </c:pt>
                <c:pt idx="86">
                  <c:v>1015.34</c:v>
                </c:pt>
                <c:pt idx="87">
                  <c:v>1015.55</c:v>
                </c:pt>
                <c:pt idx="88">
                  <c:v>1015.76</c:v>
                </c:pt>
                <c:pt idx="89">
                  <c:v>1015.96</c:v>
                </c:pt>
                <c:pt idx="90">
                  <c:v>1016.14</c:v>
                </c:pt>
                <c:pt idx="91">
                  <c:v>1016.34</c:v>
                </c:pt>
                <c:pt idx="92">
                  <c:v>1016.59</c:v>
                </c:pt>
                <c:pt idx="93">
                  <c:v>1016.84</c:v>
                </c:pt>
                <c:pt idx="94">
                  <c:v>1017.09</c:v>
                </c:pt>
                <c:pt idx="95">
                  <c:v>1017.37</c:v>
                </c:pt>
                <c:pt idx="96">
                  <c:v>1017.62</c:v>
                </c:pt>
                <c:pt idx="97">
                  <c:v>1017.87</c:v>
                </c:pt>
                <c:pt idx="98">
                  <c:v>1018.11</c:v>
                </c:pt>
                <c:pt idx="99">
                  <c:v>1018.33</c:v>
                </c:pt>
                <c:pt idx="100">
                  <c:v>1018.55</c:v>
                </c:pt>
                <c:pt idx="101">
                  <c:v>1018.81</c:v>
                </c:pt>
                <c:pt idx="102">
                  <c:v>1019.06</c:v>
                </c:pt>
                <c:pt idx="103">
                  <c:v>1019.12</c:v>
                </c:pt>
                <c:pt idx="104">
                  <c:v>1019.34</c:v>
                </c:pt>
                <c:pt idx="105">
                  <c:v>1019.57</c:v>
                </c:pt>
                <c:pt idx="106">
                  <c:v>1019.8</c:v>
                </c:pt>
                <c:pt idx="107">
                  <c:v>1020.06</c:v>
                </c:pt>
                <c:pt idx="108">
                  <c:v>1020.31</c:v>
                </c:pt>
                <c:pt idx="109">
                  <c:v>1020.57</c:v>
                </c:pt>
                <c:pt idx="110">
                  <c:v>1020.8</c:v>
                </c:pt>
                <c:pt idx="111">
                  <c:v>1021.01</c:v>
                </c:pt>
                <c:pt idx="112">
                  <c:v>1021.26</c:v>
                </c:pt>
                <c:pt idx="113">
                  <c:v>1021.49</c:v>
                </c:pt>
                <c:pt idx="114">
                  <c:v>1021.71</c:v>
                </c:pt>
                <c:pt idx="115">
                  <c:v>1021.96</c:v>
                </c:pt>
                <c:pt idx="116">
                  <c:v>1022.21</c:v>
                </c:pt>
                <c:pt idx="117">
                  <c:v>1022.4</c:v>
                </c:pt>
                <c:pt idx="118">
                  <c:v>1022.45</c:v>
                </c:pt>
                <c:pt idx="119">
                  <c:v>1022.67</c:v>
                </c:pt>
                <c:pt idx="120">
                  <c:v>1022.89</c:v>
                </c:pt>
                <c:pt idx="121">
                  <c:v>1023.14</c:v>
                </c:pt>
                <c:pt idx="122">
                  <c:v>1023.38</c:v>
                </c:pt>
                <c:pt idx="123">
                  <c:v>1023.63</c:v>
                </c:pt>
                <c:pt idx="124">
                  <c:v>1023.88</c:v>
                </c:pt>
                <c:pt idx="125">
                  <c:v>1024.09</c:v>
                </c:pt>
                <c:pt idx="126">
                  <c:v>1024.31</c:v>
                </c:pt>
                <c:pt idx="127">
                  <c:v>1024.5</c:v>
                </c:pt>
                <c:pt idx="128">
                  <c:v>1024.67</c:v>
                </c:pt>
                <c:pt idx="129">
                  <c:v>1024.85</c:v>
                </c:pt>
                <c:pt idx="130">
                  <c:v>1025.03</c:v>
                </c:pt>
                <c:pt idx="131">
                  <c:v>1025.21</c:v>
                </c:pt>
                <c:pt idx="132">
                  <c:v>1025.39</c:v>
                </c:pt>
                <c:pt idx="133">
                  <c:v>1025.58</c:v>
                </c:pt>
                <c:pt idx="134">
                  <c:v>1025.76</c:v>
                </c:pt>
                <c:pt idx="135">
                  <c:v>1025.94</c:v>
                </c:pt>
                <c:pt idx="136">
                  <c:v>1026.12</c:v>
                </c:pt>
                <c:pt idx="137">
                  <c:v>1026.3</c:v>
                </c:pt>
                <c:pt idx="138">
                  <c:v>1026.49</c:v>
                </c:pt>
                <c:pt idx="139">
                  <c:v>1026.67</c:v>
                </c:pt>
                <c:pt idx="140">
                  <c:v>1026.89</c:v>
                </c:pt>
                <c:pt idx="141">
                  <c:v>1027.08</c:v>
                </c:pt>
                <c:pt idx="142">
                  <c:v>1027.27</c:v>
                </c:pt>
                <c:pt idx="143">
                  <c:v>1027.47</c:v>
                </c:pt>
                <c:pt idx="144">
                  <c:v>1027.66</c:v>
                </c:pt>
                <c:pt idx="145">
                  <c:v>1027.86</c:v>
                </c:pt>
                <c:pt idx="146">
                  <c:v>1028.06</c:v>
                </c:pt>
                <c:pt idx="147">
                  <c:v>1028.26</c:v>
                </c:pt>
                <c:pt idx="148">
                  <c:v>1028.46</c:v>
                </c:pt>
                <c:pt idx="149">
                  <c:v>1028.66</c:v>
                </c:pt>
                <c:pt idx="150">
                  <c:v>1028.86</c:v>
                </c:pt>
                <c:pt idx="151">
                  <c:v>1029.06</c:v>
                </c:pt>
                <c:pt idx="152">
                  <c:v>1029.26</c:v>
                </c:pt>
                <c:pt idx="153">
                  <c:v>1029.51</c:v>
                </c:pt>
                <c:pt idx="154">
                  <c:v>1029.76</c:v>
                </c:pt>
                <c:pt idx="155">
                  <c:v>1030.03</c:v>
                </c:pt>
                <c:pt idx="156">
                  <c:v>1030.27</c:v>
                </c:pt>
                <c:pt idx="157">
                  <c:v>1030.51</c:v>
                </c:pt>
                <c:pt idx="158">
                  <c:v>1030.76</c:v>
                </c:pt>
                <c:pt idx="159">
                  <c:v>1031.03</c:v>
                </c:pt>
                <c:pt idx="160">
                  <c:v>1031.28</c:v>
                </c:pt>
                <c:pt idx="161">
                  <c:v>1031.54</c:v>
                </c:pt>
                <c:pt idx="162">
                  <c:v>1031.79</c:v>
                </c:pt>
                <c:pt idx="163">
                  <c:v>1031.99</c:v>
                </c:pt>
                <c:pt idx="164">
                  <c:v>1032.2</c:v>
                </c:pt>
                <c:pt idx="165">
                  <c:v>1032.42</c:v>
                </c:pt>
                <c:pt idx="166">
                  <c:v>1032.63</c:v>
                </c:pt>
                <c:pt idx="167">
                  <c:v>1032.8</c:v>
                </c:pt>
                <c:pt idx="168">
                  <c:v>1033.02</c:v>
                </c:pt>
                <c:pt idx="169">
                  <c:v>1033.23</c:v>
                </c:pt>
                <c:pt idx="170">
                  <c:v>1033.45</c:v>
                </c:pt>
                <c:pt idx="171">
                  <c:v>1033.68</c:v>
                </c:pt>
                <c:pt idx="172">
                  <c:v>1033.9</c:v>
                </c:pt>
                <c:pt idx="173">
                  <c:v>1034.12</c:v>
                </c:pt>
                <c:pt idx="174">
                  <c:v>1034.35</c:v>
                </c:pt>
                <c:pt idx="175">
                  <c:v>1034.57</c:v>
                </c:pt>
                <c:pt idx="176">
                  <c:v>1034.79</c:v>
                </c:pt>
                <c:pt idx="177">
                  <c:v>1035</c:v>
                </c:pt>
                <c:pt idx="178">
                  <c:v>1035.21</c:v>
                </c:pt>
                <c:pt idx="179">
                  <c:v>1035.42</c:v>
                </c:pt>
                <c:pt idx="180">
                  <c:v>1035.63</c:v>
                </c:pt>
                <c:pt idx="181">
                  <c:v>1035.83</c:v>
                </c:pt>
                <c:pt idx="182">
                  <c:v>1036.04</c:v>
                </c:pt>
                <c:pt idx="183">
                  <c:v>1036.06</c:v>
                </c:pt>
                <c:pt idx="184">
                  <c:v>1036.28</c:v>
                </c:pt>
                <c:pt idx="185">
                  <c:v>1036.51</c:v>
                </c:pt>
                <c:pt idx="186">
                  <c:v>1036.73</c:v>
                </c:pt>
                <c:pt idx="187">
                  <c:v>1036.94</c:v>
                </c:pt>
                <c:pt idx="188">
                  <c:v>1037.16</c:v>
                </c:pt>
                <c:pt idx="189">
                  <c:v>1037.37</c:v>
                </c:pt>
                <c:pt idx="190">
                  <c:v>1037.58</c:v>
                </c:pt>
                <c:pt idx="191">
                  <c:v>1037.8</c:v>
                </c:pt>
                <c:pt idx="192">
                  <c:v>1038.02</c:v>
                </c:pt>
                <c:pt idx="193">
                  <c:v>1038.24</c:v>
                </c:pt>
                <c:pt idx="194">
                  <c:v>1038.45</c:v>
                </c:pt>
                <c:pt idx="195">
                  <c:v>1038.66</c:v>
                </c:pt>
                <c:pt idx="196">
                  <c:v>1038.87</c:v>
                </c:pt>
                <c:pt idx="197">
                  <c:v>1039.08</c:v>
                </c:pt>
                <c:pt idx="198">
                  <c:v>1039.29</c:v>
                </c:pt>
                <c:pt idx="199">
                  <c:v>1039.51</c:v>
                </c:pt>
                <c:pt idx="200">
                  <c:v>1039.73</c:v>
                </c:pt>
                <c:pt idx="201">
                  <c:v>1039.93</c:v>
                </c:pt>
                <c:pt idx="202">
                  <c:v>1040.14</c:v>
                </c:pt>
                <c:pt idx="203">
                  <c:v>1040.35</c:v>
                </c:pt>
                <c:pt idx="204">
                  <c:v>1040.56</c:v>
                </c:pt>
                <c:pt idx="205">
                  <c:v>1040.77</c:v>
                </c:pt>
                <c:pt idx="206">
                  <c:v>1040.98</c:v>
                </c:pt>
                <c:pt idx="207">
                  <c:v>1041.2</c:v>
                </c:pt>
                <c:pt idx="208">
                  <c:v>1041.4</c:v>
                </c:pt>
                <c:pt idx="209">
                  <c:v>1041.6</c:v>
                </c:pt>
                <c:pt idx="210">
                  <c:v>1041.8</c:v>
                </c:pt>
                <c:pt idx="211">
                  <c:v>1042.01</c:v>
                </c:pt>
                <c:pt idx="212">
                  <c:v>1042.21</c:v>
                </c:pt>
                <c:pt idx="213">
                  <c:v>1042.42</c:v>
                </c:pt>
                <c:pt idx="214">
                  <c:v>1042.63</c:v>
                </c:pt>
                <c:pt idx="215">
                  <c:v>1042.84</c:v>
                </c:pt>
                <c:pt idx="216">
                  <c:v>1043.04</c:v>
                </c:pt>
                <c:pt idx="217">
                  <c:v>1043.25</c:v>
                </c:pt>
                <c:pt idx="218">
                  <c:v>1043.46</c:v>
                </c:pt>
                <c:pt idx="219">
                  <c:v>1043.66</c:v>
                </c:pt>
                <c:pt idx="220">
                  <c:v>1043.87</c:v>
                </c:pt>
                <c:pt idx="221">
                  <c:v>1044.08</c:v>
                </c:pt>
                <c:pt idx="222">
                  <c:v>1044.3</c:v>
                </c:pt>
                <c:pt idx="223">
                  <c:v>1044.5</c:v>
                </c:pt>
                <c:pt idx="224">
                  <c:v>1044.71</c:v>
                </c:pt>
                <c:pt idx="225">
                  <c:v>1044.91</c:v>
                </c:pt>
                <c:pt idx="226">
                  <c:v>1045.11</c:v>
                </c:pt>
                <c:pt idx="227">
                  <c:v>1045.32</c:v>
                </c:pt>
                <c:pt idx="228">
                  <c:v>1045.52</c:v>
                </c:pt>
                <c:pt idx="229">
                  <c:v>1045.72</c:v>
                </c:pt>
                <c:pt idx="230">
                  <c:v>1045.91</c:v>
                </c:pt>
                <c:pt idx="231">
                  <c:v>1046.12</c:v>
                </c:pt>
                <c:pt idx="232">
                  <c:v>1046.32</c:v>
                </c:pt>
                <c:pt idx="233">
                  <c:v>1046.52</c:v>
                </c:pt>
                <c:pt idx="234">
                  <c:v>1046.74</c:v>
                </c:pt>
                <c:pt idx="235">
                  <c:v>1046.95</c:v>
                </c:pt>
                <c:pt idx="236">
                  <c:v>1047.15</c:v>
                </c:pt>
                <c:pt idx="237">
                  <c:v>1047.36</c:v>
                </c:pt>
                <c:pt idx="238">
                  <c:v>1047.57</c:v>
                </c:pt>
                <c:pt idx="239">
                  <c:v>1047.78</c:v>
                </c:pt>
                <c:pt idx="240">
                  <c:v>1047.99</c:v>
                </c:pt>
                <c:pt idx="241">
                  <c:v>1048.22</c:v>
                </c:pt>
                <c:pt idx="242">
                  <c:v>1048.44</c:v>
                </c:pt>
                <c:pt idx="243">
                  <c:v>1048.65</c:v>
                </c:pt>
                <c:pt idx="244">
                  <c:v>1048.86</c:v>
                </c:pt>
                <c:pt idx="245">
                  <c:v>1049.08</c:v>
                </c:pt>
                <c:pt idx="246">
                  <c:v>1049.3</c:v>
                </c:pt>
                <c:pt idx="247">
                  <c:v>1049.53</c:v>
                </c:pt>
                <c:pt idx="248">
                  <c:v>1049.75</c:v>
                </c:pt>
                <c:pt idx="249">
                  <c:v>1049.97</c:v>
                </c:pt>
                <c:pt idx="250">
                  <c:v>1050.18</c:v>
                </c:pt>
                <c:pt idx="251">
                  <c:v>1050.39</c:v>
                </c:pt>
                <c:pt idx="252">
                  <c:v>1050.6</c:v>
                </c:pt>
                <c:pt idx="253">
                  <c:v>1050.82</c:v>
                </c:pt>
                <c:pt idx="254">
                  <c:v>1051.05</c:v>
                </c:pt>
                <c:pt idx="255">
                  <c:v>1051.27</c:v>
                </c:pt>
                <c:pt idx="256">
                  <c:v>1051.49</c:v>
                </c:pt>
                <c:pt idx="257">
                  <c:v>1051.7</c:v>
                </c:pt>
                <c:pt idx="258">
                  <c:v>1051.91</c:v>
                </c:pt>
                <c:pt idx="259">
                  <c:v>1052.12</c:v>
                </c:pt>
                <c:pt idx="260">
                  <c:v>1052.34</c:v>
                </c:pt>
                <c:pt idx="261">
                  <c:v>1052.55</c:v>
                </c:pt>
                <c:pt idx="262">
                  <c:v>1052.77</c:v>
                </c:pt>
                <c:pt idx="263">
                  <c:v>1052.99</c:v>
                </c:pt>
                <c:pt idx="264">
                  <c:v>1053.2</c:v>
                </c:pt>
                <c:pt idx="265">
                  <c:v>1053.42</c:v>
                </c:pt>
                <c:pt idx="266">
                  <c:v>1053.63</c:v>
                </c:pt>
                <c:pt idx="267">
                  <c:v>1053.84</c:v>
                </c:pt>
                <c:pt idx="268">
                  <c:v>1054.05</c:v>
                </c:pt>
                <c:pt idx="269">
                  <c:v>1054.27</c:v>
                </c:pt>
                <c:pt idx="270">
                  <c:v>1054.49</c:v>
                </c:pt>
                <c:pt idx="271">
                  <c:v>1054.7</c:v>
                </c:pt>
                <c:pt idx="272">
                  <c:v>1054.9</c:v>
                </c:pt>
                <c:pt idx="273">
                  <c:v>1055.11</c:v>
                </c:pt>
                <c:pt idx="274">
                  <c:v>1055.32</c:v>
                </c:pt>
                <c:pt idx="275">
                  <c:v>1055.54</c:v>
                </c:pt>
                <c:pt idx="276">
                  <c:v>1055.76</c:v>
                </c:pt>
                <c:pt idx="277">
                  <c:v>1055.98</c:v>
                </c:pt>
                <c:pt idx="278">
                  <c:v>1056.18</c:v>
                </c:pt>
                <c:pt idx="279">
                  <c:v>1056.4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CAJA,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8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Caja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1719072"/>
            <a:ext cx="11887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307592" y="1719072"/>
            <a:ext cx="10241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18872" y="200253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09397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18872" y="227685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8872" y="235000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1490472" y="2350008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62,90%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118872" y="252374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1490472" y="252374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35,54%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118872" y="2697480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1490472" y="2697480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0,95%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118872" y="2871216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estructurada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490472" y="2871216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0,60%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118872" y="31363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8872" y="32278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18872" y="34107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8872" y="348386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490472" y="3483864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62,16%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18872" y="3685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490472" y="368503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25,54%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18872" y="388620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490472" y="3886200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12,30%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118872" y="408736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1490472" y="408736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2026-05-15T23:43:13Z</dcterms:created>
  <dcterms:modified xsi:type="dcterms:W3CDTF">2026-05-15T23:43:13Z</dcterms:modified>
</cp:coreProperties>
</file>