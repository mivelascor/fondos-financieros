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Jul 2025</c:v>
                  </c:pt>
                  <c:pt idx="1">
                    <c:v>Aug 2025</c:v>
                  </c:pt>
                  <c:pt idx="2">
                    <c:v>Sep 2025</c:v>
                  </c:pt>
                  <c:pt idx="3">
                    <c:v>Oct 2025</c:v>
                  </c:pt>
                  <c:pt idx="4">
                    <c:v>Nov 2025</c:v>
                  </c:pt>
                  <c:pt idx="5">
                    <c:v>Dec 2025</c:v>
                  </c:pt>
                  <c:pt idx="6">
                    <c:v>Jan 2026</c:v>
                  </c:pt>
                  <c:pt idx="7">
                    <c:v>Feb 2026</c:v>
                  </c:pt>
                  <c:pt idx="8">
                    <c:v>Mar 2026</c:v>
                  </c:pt>
                  <c:pt idx="9">
                    <c:v>Apr 2026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100.4</c:v>
                </c:pt>
                <c:pt idx="2">
                  <c:v>100.79</c:v>
                </c:pt>
                <c:pt idx="3">
                  <c:v>101.19</c:v>
                </c:pt>
                <c:pt idx="4">
                  <c:v>101.59</c:v>
                </c:pt>
                <c:pt idx="5">
                  <c:v>101.98</c:v>
                </c:pt>
                <c:pt idx="6">
                  <c:v>102.37</c:v>
                </c:pt>
                <c:pt idx="7">
                  <c:v>102.75</c:v>
                </c:pt>
                <c:pt idx="8">
                  <c:v>103.14</c:v>
                </c:pt>
                <c:pt idx="9">
                  <c:v>103.52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FIP Liquidez Caja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Jul 2025</c:v>
                  </c:pt>
                  <c:pt idx="1">
                    <c:v>Aug 2025</c:v>
                  </c:pt>
                  <c:pt idx="2">
                    <c:v>Sep 2025</c:v>
                  </c:pt>
                  <c:pt idx="3">
                    <c:v>Oct 2025</c:v>
                  </c:pt>
                  <c:pt idx="4">
                    <c:v>Nov 2025</c:v>
                  </c:pt>
                  <c:pt idx="5">
                    <c:v>Dec 2025</c:v>
                  </c:pt>
                  <c:pt idx="6">
                    <c:v>Jan 2026</c:v>
                  </c:pt>
                  <c:pt idx="7">
                    <c:v>Feb 2026</c:v>
                  </c:pt>
                  <c:pt idx="8">
                    <c:v>Mar 2026</c:v>
                  </c:pt>
                  <c:pt idx="9">
                    <c:v>Apr 2026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100.52</c:v>
                </c:pt>
                <c:pt idx="2">
                  <c:v>101</c:v>
                </c:pt>
                <c:pt idx="3">
                  <c:v>101.53</c:v>
                </c:pt>
                <c:pt idx="4">
                  <c:v>102.16</c:v>
                </c:pt>
                <c:pt idx="5">
                  <c:v>102.75</c:v>
                </c:pt>
                <c:pt idx="6">
                  <c:v>103.34</c:v>
                </c:pt>
                <c:pt idx="7">
                  <c:v>103.89</c:v>
                </c:pt>
                <c:pt idx="8">
                  <c:v>104.48</c:v>
                </c:pt>
                <c:pt idx="9">
                  <c:v>105.07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Jul 2025</c:v>
                  </c:pt>
                  <c:pt idx="1">
                    <c:v>Aug 2025</c:v>
                  </c:pt>
                  <c:pt idx="2">
                    <c:v>Sep 2025</c:v>
                  </c:pt>
                  <c:pt idx="3">
                    <c:v>Oct 2025</c:v>
                  </c:pt>
                  <c:pt idx="4">
                    <c:v>Nov 2025</c:v>
                  </c:pt>
                  <c:pt idx="5">
                    <c:v>Dec 2025</c:v>
                  </c:pt>
                  <c:pt idx="6">
                    <c:v>Jan 2026</c:v>
                  </c:pt>
                  <c:pt idx="7">
                    <c:v>Feb 2026</c:v>
                  </c:pt>
                  <c:pt idx="8">
                    <c:v>Mar 2026</c:v>
                  </c:pt>
                  <c:pt idx="9">
                    <c:v>Apr 2026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100</c:v>
                </c:pt>
                <c:pt idx="1">
                  <c:v>100.3</c:v>
                </c:pt>
                <c:pt idx="2">
                  <c:v>100.58</c:v>
                </c:pt>
                <c:pt idx="3">
                  <c:v>100.87</c:v>
                </c:pt>
                <c:pt idx="4">
                  <c:v>101.15</c:v>
                </c:pt>
                <c:pt idx="5">
                  <c:v>101.71</c:v>
                </c:pt>
                <c:pt idx="6">
                  <c:v>101.71</c:v>
                </c:pt>
                <c:pt idx="7">
                  <c:v>101.96</c:v>
                </c:pt>
                <c:pt idx="8">
                  <c:v>102.23</c:v>
                </c:pt>
                <c:pt idx="9">
                  <c:v>102.5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97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76.933.989-2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2017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Caja,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13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Caja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 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2296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83464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Caja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62,16%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25,54%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2026-05-18T23:40:01Z</dcterms:created>
  <dcterms:modified xsi:type="dcterms:W3CDTF">2026-05-18T23:40:01Z</dcterms:modified>
</cp:coreProperties>
</file>