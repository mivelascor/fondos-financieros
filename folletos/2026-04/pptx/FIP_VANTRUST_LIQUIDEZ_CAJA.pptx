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CAJA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1005.17</c:v>
                </c:pt>
                <c:pt idx="2">
                  <c:v>1009.97</c:v>
                </c:pt>
                <c:pt idx="3">
                  <c:v>1015.33</c:v>
                </c:pt>
                <c:pt idx="4">
                  <c:v>1021.58</c:v>
                </c:pt>
                <c:pt idx="5">
                  <c:v>1027.45</c:v>
                </c:pt>
                <c:pt idx="6">
                  <c:v>1033.41</c:v>
                </c:pt>
                <c:pt idx="7">
                  <c:v>1038.85</c:v>
                </c:pt>
                <c:pt idx="8">
                  <c:v>1044.77</c:v>
                </c:pt>
                <c:pt idx="9">
                  <c:v>1050.71</c:v>
                </c:pt>
                <c:pt idx="10">
                  <c:v>1051.71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76.933.989-2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Diciembre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Caja,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11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Caja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62,16%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25,54%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12,30%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2026-05-18T17:46:22Z</dcterms:created>
  <dcterms:modified xsi:type="dcterms:W3CDTF">2026-05-18T17:46:22Z</dcterms:modified>
</cp:coreProperties>
</file>