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100.62</c:v>
                </c:pt>
                <c:pt idx="2">
                  <c:v>101.2</c:v>
                </c:pt>
                <c:pt idx="3">
                  <c:v>101.84</c:v>
                </c:pt>
                <c:pt idx="4">
                  <c:v>102.45</c:v>
                </c:pt>
                <c:pt idx="5">
                  <c:v>103.08</c:v>
                </c:pt>
                <c:pt idx="6">
                  <c:v>103.75</c:v>
                </c:pt>
                <c:pt idx="7">
                  <c:v>104.33</c:v>
                </c:pt>
                <c:pt idx="8">
                  <c:v>104.96</c:v>
                </c:pt>
                <c:pt idx="9">
                  <c:v>105.56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77.414.856-6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2026-05-18T23:00:18Z</dcterms:created>
  <dcterms:modified xsi:type="dcterms:W3CDTF">2026-05-18T23:00:18Z</dcterms:modified>
</cp:coreProperties>
</file>