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1000.37</c:v>
                </c:pt>
                <c:pt idx="3">
                  <c:v>1000.6</c:v>
                </c:pt>
                <c:pt idx="4">
                  <c:v>1000.82</c:v>
                </c:pt>
                <c:pt idx="5">
                  <c:v>1001.01</c:v>
                </c:pt>
                <c:pt idx="6">
                  <c:v>1001.19</c:v>
                </c:pt>
                <c:pt idx="7">
                  <c:v>1001.37</c:v>
                </c:pt>
                <c:pt idx="8">
                  <c:v>1001.55</c:v>
                </c:pt>
                <c:pt idx="9">
                  <c:v>1001.73</c:v>
                </c:pt>
                <c:pt idx="10">
                  <c:v>1001.95</c:v>
                </c:pt>
                <c:pt idx="11">
                  <c:v>1002.17</c:v>
                </c:pt>
                <c:pt idx="12">
                  <c:v>1002.35</c:v>
                </c:pt>
                <c:pt idx="13">
                  <c:v>1002.57</c:v>
                </c:pt>
                <c:pt idx="14">
                  <c:v>1002.78</c:v>
                </c:pt>
                <c:pt idx="15">
                  <c:v>1003</c:v>
                </c:pt>
                <c:pt idx="16">
                  <c:v>1003.22</c:v>
                </c:pt>
                <c:pt idx="17">
                  <c:v>1003.44</c:v>
                </c:pt>
                <c:pt idx="18">
                  <c:v>1003.66</c:v>
                </c:pt>
                <c:pt idx="19">
                  <c:v>1003.82</c:v>
                </c:pt>
                <c:pt idx="20">
                  <c:v>1004</c:v>
                </c:pt>
                <c:pt idx="21">
                  <c:v>1004.22</c:v>
                </c:pt>
                <c:pt idx="22">
                  <c:v>1004.43</c:v>
                </c:pt>
                <c:pt idx="23">
                  <c:v>1004.69</c:v>
                </c:pt>
                <c:pt idx="24">
                  <c:v>1004.95</c:v>
                </c:pt>
                <c:pt idx="25">
                  <c:v>1005.2</c:v>
                </c:pt>
                <c:pt idx="26">
                  <c:v>1005.46</c:v>
                </c:pt>
                <c:pt idx="27">
                  <c:v>1005.7</c:v>
                </c:pt>
                <c:pt idx="28">
                  <c:v>1005.89</c:v>
                </c:pt>
                <c:pt idx="29">
                  <c:v>1006.13</c:v>
                </c:pt>
                <c:pt idx="30">
                  <c:v>1006.33</c:v>
                </c:pt>
                <c:pt idx="31">
                  <c:v>1006.58</c:v>
                </c:pt>
                <c:pt idx="32">
                  <c:v>1006.82</c:v>
                </c:pt>
                <c:pt idx="33">
                  <c:v>1007.07</c:v>
                </c:pt>
                <c:pt idx="34">
                  <c:v>1007.26</c:v>
                </c:pt>
                <c:pt idx="35">
                  <c:v>1007.44</c:v>
                </c:pt>
                <c:pt idx="36">
                  <c:v>1007.61</c:v>
                </c:pt>
                <c:pt idx="37">
                  <c:v>1007.83</c:v>
                </c:pt>
                <c:pt idx="38">
                  <c:v>1008.06</c:v>
                </c:pt>
                <c:pt idx="39">
                  <c:v>1008.28</c:v>
                </c:pt>
                <c:pt idx="40">
                  <c:v>1008.46</c:v>
                </c:pt>
                <c:pt idx="41">
                  <c:v>1008.65</c:v>
                </c:pt>
                <c:pt idx="42">
                  <c:v>1008.83</c:v>
                </c:pt>
                <c:pt idx="43">
                  <c:v>1009.05</c:v>
                </c:pt>
                <c:pt idx="44">
                  <c:v>1009.25</c:v>
                </c:pt>
                <c:pt idx="45">
                  <c:v>1009.47</c:v>
                </c:pt>
                <c:pt idx="46">
                  <c:v>1009.69</c:v>
                </c:pt>
                <c:pt idx="47">
                  <c:v>1009.9</c:v>
                </c:pt>
                <c:pt idx="48">
                  <c:v>1010.12</c:v>
                </c:pt>
                <c:pt idx="49">
                  <c:v>1010.3</c:v>
                </c:pt>
                <c:pt idx="50">
                  <c:v>1010.52</c:v>
                </c:pt>
                <c:pt idx="51">
                  <c:v>1010.74</c:v>
                </c:pt>
                <c:pt idx="52">
                  <c:v>1010.96</c:v>
                </c:pt>
                <c:pt idx="53">
                  <c:v>1011.18</c:v>
                </c:pt>
                <c:pt idx="54">
                  <c:v>1011.36</c:v>
                </c:pt>
                <c:pt idx="55">
                  <c:v>1011.54</c:v>
                </c:pt>
                <c:pt idx="56">
                  <c:v>1011.76</c:v>
                </c:pt>
                <c:pt idx="57">
                  <c:v>1011.93</c:v>
                </c:pt>
                <c:pt idx="58">
                  <c:v>1012.15</c:v>
                </c:pt>
                <c:pt idx="59">
                  <c:v>1012.38</c:v>
                </c:pt>
                <c:pt idx="60">
                  <c:v>1012.6</c:v>
                </c:pt>
                <c:pt idx="61">
                  <c:v>1012.79</c:v>
                </c:pt>
                <c:pt idx="62">
                  <c:v>1013.03</c:v>
                </c:pt>
                <c:pt idx="63">
                  <c:v>1013.23</c:v>
                </c:pt>
                <c:pt idx="64">
                  <c:v>1013.43</c:v>
                </c:pt>
                <c:pt idx="65">
                  <c:v>1013.67</c:v>
                </c:pt>
                <c:pt idx="66">
                  <c:v>1013.91</c:v>
                </c:pt>
                <c:pt idx="67">
                  <c:v>1014.15</c:v>
                </c:pt>
                <c:pt idx="68">
                  <c:v>1014.35</c:v>
                </c:pt>
                <c:pt idx="69">
                  <c:v>1014.6</c:v>
                </c:pt>
                <c:pt idx="70">
                  <c:v>1014.83</c:v>
                </c:pt>
                <c:pt idx="71">
                  <c:v>1015.07</c:v>
                </c:pt>
                <c:pt idx="72">
                  <c:v>1015.29</c:v>
                </c:pt>
                <c:pt idx="73">
                  <c:v>1015.52</c:v>
                </c:pt>
                <c:pt idx="74">
                  <c:v>1015.76</c:v>
                </c:pt>
                <c:pt idx="75">
                  <c:v>1015.96</c:v>
                </c:pt>
                <c:pt idx="76">
                  <c:v>1016.19</c:v>
                </c:pt>
                <c:pt idx="77">
                  <c:v>1016.39</c:v>
                </c:pt>
                <c:pt idx="78">
                  <c:v>1016.59</c:v>
                </c:pt>
                <c:pt idx="79">
                  <c:v>1016.81</c:v>
                </c:pt>
                <c:pt idx="80">
                  <c:v>1017.04</c:v>
                </c:pt>
                <c:pt idx="81">
                  <c:v>1017.26</c:v>
                </c:pt>
                <c:pt idx="82">
                  <c:v>1017.45</c:v>
                </c:pt>
                <c:pt idx="83">
                  <c:v>1017.64</c:v>
                </c:pt>
                <c:pt idx="84">
                  <c:v>1017.82</c:v>
                </c:pt>
                <c:pt idx="85">
                  <c:v>1018.01</c:v>
                </c:pt>
                <c:pt idx="86">
                  <c:v>1018.23</c:v>
                </c:pt>
                <c:pt idx="87">
                  <c:v>1018.47</c:v>
                </c:pt>
                <c:pt idx="88">
                  <c:v>1018.71</c:v>
                </c:pt>
                <c:pt idx="89">
                  <c:v>1018.91</c:v>
                </c:pt>
                <c:pt idx="90">
                  <c:v>1019.12</c:v>
                </c:pt>
                <c:pt idx="91">
                  <c:v>1019.36</c:v>
                </c:pt>
                <c:pt idx="92">
                  <c:v>1019.57</c:v>
                </c:pt>
                <c:pt idx="93">
                  <c:v>1019.8</c:v>
                </c:pt>
                <c:pt idx="94">
                  <c:v>1020.02</c:v>
                </c:pt>
                <c:pt idx="95">
                  <c:v>1020.24</c:v>
                </c:pt>
                <c:pt idx="96">
                  <c:v>1020.43</c:v>
                </c:pt>
                <c:pt idx="97">
                  <c:v>1020.66</c:v>
                </c:pt>
                <c:pt idx="98">
                  <c:v>1020.89</c:v>
                </c:pt>
                <c:pt idx="99">
                  <c:v>1021.08</c:v>
                </c:pt>
                <c:pt idx="100">
                  <c:v>1021.3</c:v>
                </c:pt>
                <c:pt idx="101">
                  <c:v>1021.52</c:v>
                </c:pt>
                <c:pt idx="102">
                  <c:v>1021.74</c:v>
                </c:pt>
                <c:pt idx="103">
                  <c:v>1021.96</c:v>
                </c:pt>
                <c:pt idx="104">
                  <c:v>1022.14</c:v>
                </c:pt>
                <c:pt idx="105">
                  <c:v>1022.37</c:v>
                </c:pt>
                <c:pt idx="106">
                  <c:v>1022.56</c:v>
                </c:pt>
                <c:pt idx="107">
                  <c:v>1022.75</c:v>
                </c:pt>
                <c:pt idx="108">
                  <c:v>1022.99</c:v>
                </c:pt>
                <c:pt idx="109">
                  <c:v>1023.23</c:v>
                </c:pt>
                <c:pt idx="110">
                  <c:v>1023.46</c:v>
                </c:pt>
                <c:pt idx="111">
                  <c:v>1023.68</c:v>
                </c:pt>
                <c:pt idx="112">
                  <c:v>1023.93</c:v>
                </c:pt>
                <c:pt idx="113">
                  <c:v>1024.15</c:v>
                </c:pt>
                <c:pt idx="114">
                  <c:v>1024.37</c:v>
                </c:pt>
                <c:pt idx="115">
                  <c:v>1024.58</c:v>
                </c:pt>
                <c:pt idx="116">
                  <c:v>1024.83</c:v>
                </c:pt>
                <c:pt idx="117">
                  <c:v>1025.02</c:v>
                </c:pt>
                <c:pt idx="118">
                  <c:v>1025.24</c:v>
                </c:pt>
                <c:pt idx="119">
                  <c:v>1025.45</c:v>
                </c:pt>
                <c:pt idx="120">
                  <c:v>1025.67</c:v>
                </c:pt>
                <c:pt idx="121">
                  <c:v>1025.89</c:v>
                </c:pt>
                <c:pt idx="122">
                  <c:v>1026.13</c:v>
                </c:pt>
                <c:pt idx="123">
                  <c:v>1026.38</c:v>
                </c:pt>
                <c:pt idx="124">
                  <c:v>1026.61</c:v>
                </c:pt>
                <c:pt idx="125">
                  <c:v>1026.79</c:v>
                </c:pt>
                <c:pt idx="126">
                  <c:v>1026.99</c:v>
                </c:pt>
                <c:pt idx="127">
                  <c:v>1027.18</c:v>
                </c:pt>
                <c:pt idx="128">
                  <c:v>1027.36</c:v>
                </c:pt>
                <c:pt idx="129">
                  <c:v>1027.55</c:v>
                </c:pt>
                <c:pt idx="130">
                  <c:v>1027.75</c:v>
                </c:pt>
                <c:pt idx="131">
                  <c:v>1027.94</c:v>
                </c:pt>
                <c:pt idx="132">
                  <c:v>1028.16</c:v>
                </c:pt>
                <c:pt idx="133">
                  <c:v>1028.39</c:v>
                </c:pt>
                <c:pt idx="134">
                  <c:v>1028.61</c:v>
                </c:pt>
                <c:pt idx="135">
                  <c:v>1028.84</c:v>
                </c:pt>
                <c:pt idx="136">
                  <c:v>1029.06</c:v>
                </c:pt>
                <c:pt idx="137">
                  <c:v>1029.29</c:v>
                </c:pt>
                <c:pt idx="138">
                  <c:v>1029.27</c:v>
                </c:pt>
                <c:pt idx="139">
                  <c:v>1029.46</c:v>
                </c:pt>
                <c:pt idx="140">
                  <c:v>1029.66</c:v>
                </c:pt>
                <c:pt idx="141">
                  <c:v>1029.9</c:v>
                </c:pt>
                <c:pt idx="142">
                  <c:v>1030.14</c:v>
                </c:pt>
                <c:pt idx="143">
                  <c:v>1030.38</c:v>
                </c:pt>
                <c:pt idx="144">
                  <c:v>1030.62</c:v>
                </c:pt>
                <c:pt idx="145">
                  <c:v>1030.81</c:v>
                </c:pt>
                <c:pt idx="146">
                  <c:v>1031.05</c:v>
                </c:pt>
                <c:pt idx="147">
                  <c:v>1031.32</c:v>
                </c:pt>
                <c:pt idx="148">
                  <c:v>1031.59</c:v>
                </c:pt>
                <c:pt idx="149">
                  <c:v>1031.83</c:v>
                </c:pt>
                <c:pt idx="150">
                  <c:v>1032.1</c:v>
                </c:pt>
                <c:pt idx="151">
                  <c:v>1032.37</c:v>
                </c:pt>
                <c:pt idx="152">
                  <c:v>1032.41</c:v>
                </c:pt>
                <c:pt idx="153">
                  <c:v>1032.63</c:v>
                </c:pt>
                <c:pt idx="154">
                  <c:v>1032.86</c:v>
                </c:pt>
                <c:pt idx="155">
                  <c:v>1033.1</c:v>
                </c:pt>
                <c:pt idx="156">
                  <c:v>1033.32</c:v>
                </c:pt>
                <c:pt idx="157">
                  <c:v>1033.55</c:v>
                </c:pt>
                <c:pt idx="158">
                  <c:v>1033.77</c:v>
                </c:pt>
                <c:pt idx="159">
                  <c:v>1034</c:v>
                </c:pt>
                <c:pt idx="160">
                  <c:v>1034.22</c:v>
                </c:pt>
                <c:pt idx="161">
                  <c:v>1034.44</c:v>
                </c:pt>
                <c:pt idx="162">
                  <c:v>1034.67</c:v>
                </c:pt>
                <c:pt idx="163">
                  <c:v>1034.89</c:v>
                </c:pt>
                <c:pt idx="164">
                  <c:v>1035.11</c:v>
                </c:pt>
                <c:pt idx="165">
                  <c:v>1035.34</c:v>
                </c:pt>
                <c:pt idx="166">
                  <c:v>1035.56</c:v>
                </c:pt>
                <c:pt idx="167">
                  <c:v>1035.71</c:v>
                </c:pt>
                <c:pt idx="168">
                  <c:v>1035.93</c:v>
                </c:pt>
                <c:pt idx="169">
                  <c:v>1036.15</c:v>
                </c:pt>
                <c:pt idx="170">
                  <c:v>1036.39</c:v>
                </c:pt>
                <c:pt idx="171">
                  <c:v>1036.63</c:v>
                </c:pt>
                <c:pt idx="172">
                  <c:v>1036.88</c:v>
                </c:pt>
                <c:pt idx="173">
                  <c:v>1037.11</c:v>
                </c:pt>
                <c:pt idx="174">
                  <c:v>1037.34</c:v>
                </c:pt>
                <c:pt idx="175">
                  <c:v>1037.56</c:v>
                </c:pt>
                <c:pt idx="176">
                  <c:v>1037.78</c:v>
                </c:pt>
                <c:pt idx="177">
                  <c:v>1038</c:v>
                </c:pt>
                <c:pt idx="178">
                  <c:v>1038.23</c:v>
                </c:pt>
                <c:pt idx="179">
                  <c:v>1038.45</c:v>
                </c:pt>
                <c:pt idx="180">
                  <c:v>1038.8</c:v>
                </c:pt>
                <c:pt idx="181">
                  <c:v>1039.02</c:v>
                </c:pt>
                <c:pt idx="182">
                  <c:v>1039.24</c:v>
                </c:pt>
                <c:pt idx="183">
                  <c:v>1039.43</c:v>
                </c:pt>
                <c:pt idx="184">
                  <c:v>1040.06</c:v>
                </c:pt>
                <c:pt idx="185">
                  <c:v>1040.3</c:v>
                </c:pt>
                <c:pt idx="186">
                  <c:v>1040.54</c:v>
                </c:pt>
                <c:pt idx="187">
                  <c:v>1040.76</c:v>
                </c:pt>
                <c:pt idx="188">
                  <c:v>1040.98</c:v>
                </c:pt>
                <c:pt idx="189">
                  <c:v>1041.19</c:v>
                </c:pt>
                <c:pt idx="190">
                  <c:v>1041.4</c:v>
                </c:pt>
                <c:pt idx="191">
                  <c:v>1041.61</c:v>
                </c:pt>
                <c:pt idx="192">
                  <c:v>1041.84</c:v>
                </c:pt>
                <c:pt idx="193">
                  <c:v>1042.07</c:v>
                </c:pt>
                <c:pt idx="194">
                  <c:v>1042.28</c:v>
                </c:pt>
                <c:pt idx="195">
                  <c:v>1042.49</c:v>
                </c:pt>
                <c:pt idx="196">
                  <c:v>1042.71</c:v>
                </c:pt>
                <c:pt idx="197">
                  <c:v>1042.93</c:v>
                </c:pt>
                <c:pt idx="198">
                  <c:v>1043.15</c:v>
                </c:pt>
                <c:pt idx="199">
                  <c:v>1043.38</c:v>
                </c:pt>
                <c:pt idx="200">
                  <c:v>1043.61</c:v>
                </c:pt>
                <c:pt idx="201">
                  <c:v>1043.83</c:v>
                </c:pt>
                <c:pt idx="202">
                  <c:v>1044.03</c:v>
                </c:pt>
                <c:pt idx="203">
                  <c:v>1044.24</c:v>
                </c:pt>
                <c:pt idx="204">
                  <c:v>1044.45</c:v>
                </c:pt>
                <c:pt idx="205">
                  <c:v>1044.68</c:v>
                </c:pt>
                <c:pt idx="206">
                  <c:v>1044.9</c:v>
                </c:pt>
                <c:pt idx="207">
                  <c:v>1045.12</c:v>
                </c:pt>
                <c:pt idx="208">
                  <c:v>1045.33</c:v>
                </c:pt>
                <c:pt idx="209">
                  <c:v>1045.55</c:v>
                </c:pt>
                <c:pt idx="210">
                  <c:v>1045.77</c:v>
                </c:pt>
                <c:pt idx="211">
                  <c:v>1046.01</c:v>
                </c:pt>
                <c:pt idx="212">
                  <c:v>1046.25</c:v>
                </c:pt>
                <c:pt idx="213">
                  <c:v>1046.49</c:v>
                </c:pt>
                <c:pt idx="214">
                  <c:v>1046.72</c:v>
                </c:pt>
                <c:pt idx="215">
                  <c:v>1046.95</c:v>
                </c:pt>
                <c:pt idx="216">
                  <c:v>1047.18</c:v>
                </c:pt>
                <c:pt idx="217">
                  <c:v>1047.4</c:v>
                </c:pt>
                <c:pt idx="218">
                  <c:v>1047.62</c:v>
                </c:pt>
                <c:pt idx="219">
                  <c:v>1047.85</c:v>
                </c:pt>
                <c:pt idx="220">
                  <c:v>1048.08</c:v>
                </c:pt>
                <c:pt idx="221">
                  <c:v>1048.31</c:v>
                </c:pt>
                <c:pt idx="222">
                  <c:v>1048.53</c:v>
                </c:pt>
                <c:pt idx="223">
                  <c:v>1048.74</c:v>
                </c:pt>
                <c:pt idx="224">
                  <c:v>1048.94</c:v>
                </c:pt>
                <c:pt idx="225">
                  <c:v>1049.15</c:v>
                </c:pt>
                <c:pt idx="226">
                  <c:v>1049.35</c:v>
                </c:pt>
                <c:pt idx="227">
                  <c:v>1049.57</c:v>
                </c:pt>
                <c:pt idx="228">
                  <c:v>1049.78</c:v>
                </c:pt>
                <c:pt idx="229">
                  <c:v>1049.99</c:v>
                </c:pt>
                <c:pt idx="230">
                  <c:v>1050.19</c:v>
                </c:pt>
                <c:pt idx="231">
                  <c:v>1050.4</c:v>
                </c:pt>
                <c:pt idx="232">
                  <c:v>1050.61</c:v>
                </c:pt>
                <c:pt idx="233">
                  <c:v>1050.84</c:v>
                </c:pt>
                <c:pt idx="234">
                  <c:v>1051.06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1051.63</c:v>
                </c:pt>
                <c:pt idx="238">
                  <c:v>1051.84</c:v>
                </c:pt>
                <c:pt idx="239">
                  <c:v>1052.04</c:v>
                </c:pt>
                <c:pt idx="240">
                  <c:v>1052.27</c:v>
                </c:pt>
                <c:pt idx="241">
                  <c:v>1052.49</c:v>
                </c:pt>
                <c:pt idx="242">
                  <c:v>1052.71</c:v>
                </c:pt>
                <c:pt idx="243">
                  <c:v>1052.92</c:v>
                </c:pt>
                <c:pt idx="244">
                  <c:v>1053.13</c:v>
                </c:pt>
                <c:pt idx="245">
                  <c:v>1053.34</c:v>
                </c:pt>
                <c:pt idx="246">
                  <c:v>1053.54</c:v>
                </c:pt>
                <c:pt idx="247">
                  <c:v>1053.76</c:v>
                </c:pt>
                <c:pt idx="248">
                  <c:v>1053.98</c:v>
                </c:pt>
                <c:pt idx="249">
                  <c:v>1054.2</c:v>
                </c:pt>
                <c:pt idx="250">
                  <c:v>1054.42</c:v>
                </c:pt>
                <c:pt idx="251">
                  <c:v>1054.63</c:v>
                </c:pt>
                <c:pt idx="252">
                  <c:v>1054.85</c:v>
                </c:pt>
                <c:pt idx="253">
                  <c:v>1055.06</c:v>
                </c:pt>
                <c:pt idx="254">
                  <c:v>1055.3</c:v>
                </c:pt>
                <c:pt idx="255">
                  <c:v>1055.54</c:v>
                </c:pt>
                <c:pt idx="256">
                  <c:v>1055.78</c:v>
                </c:pt>
                <c:pt idx="257">
                  <c:v>1056.01</c:v>
                </c:pt>
                <c:pt idx="258">
                  <c:v>1056.24</c:v>
                </c:pt>
                <c:pt idx="259">
                  <c:v>1056.46</c:v>
                </c:pt>
                <c:pt idx="260">
                  <c:v>1056.64</c:v>
                </c:pt>
                <c:pt idx="261">
                  <c:v>1056.81</c:v>
                </c:pt>
                <c:pt idx="262">
                  <c:v>1057.03</c:v>
                </c:pt>
                <c:pt idx="263">
                  <c:v>1057.24</c:v>
                </c:pt>
                <c:pt idx="264">
                  <c:v>1057.45</c:v>
                </c:pt>
                <c:pt idx="265">
                  <c:v>1057.66</c:v>
                </c:pt>
                <c:pt idx="266">
                  <c:v>1057.87</c:v>
                </c:pt>
                <c:pt idx="267">
                  <c:v>1058.07</c:v>
                </c:pt>
                <c:pt idx="268">
                  <c:v>1058.29</c:v>
                </c:pt>
                <c:pt idx="269">
                  <c:v>1058.51</c:v>
                </c:pt>
                <c:pt idx="270">
                  <c:v>1058.73</c:v>
                </c:pt>
                <c:pt idx="271">
                  <c:v>1058.94</c:v>
                </c:pt>
                <c:pt idx="272">
                  <c:v>1059.15</c:v>
                </c:pt>
                <c:pt idx="273">
                  <c:v>1059.35</c:v>
                </c:pt>
                <c:pt idx="274">
                  <c:v>1059.55</c:v>
                </c:pt>
                <c:pt idx="275">
                  <c:v>1059.77</c:v>
                </c:pt>
                <c:pt idx="276">
                  <c:v>1059.99</c:v>
                </c:pt>
                <c:pt idx="277">
                  <c:v>1060.2</c:v>
                </c:pt>
                <c:pt idx="278">
                  <c:v>1060.39</c:v>
                </c:pt>
                <c:pt idx="279">
                  <c:v>1060.62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54,24%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45,76%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18872" y="278892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" y="288036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18872" y="306324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" y="31363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3639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58,78%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375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3756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39,18%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387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387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7398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73989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2026-05-15T23:38:28Z</dcterms:created>
  <dcterms:modified xsi:type="dcterms:W3CDTF">2026-05-15T23:38:28Z</dcterms:modified>
</cp:coreProperties>
</file>