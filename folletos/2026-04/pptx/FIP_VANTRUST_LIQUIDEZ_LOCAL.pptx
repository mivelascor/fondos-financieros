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LOCAL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1006.21</c:v>
                </c:pt>
                <c:pt idx="2">
                  <c:v>1012.02</c:v>
                </c:pt>
                <c:pt idx="3">
                  <c:v>1018.35</c:v>
                </c:pt>
                <c:pt idx="4">
                  <c:v>1024.52</c:v>
                </c:pt>
                <c:pt idx="5">
                  <c:v>1030.81</c:v>
                </c:pt>
                <c:pt idx="6">
                  <c:v>1037.54</c:v>
                </c:pt>
                <c:pt idx="7">
                  <c:v>1043.33</c:v>
                </c:pt>
                <c:pt idx="8">
                  <c:v>1049.55</c:v>
                </c:pt>
                <c:pt idx="9">
                  <c:v>1055.57</c:v>
                </c:pt>
                <c:pt idx="10">
                  <c:v>1056.57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77.414.856-6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menor valor entre 0,25% anual + IVA sobre el patrimonio neto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Local,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58,78%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39,18%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2026-05-18T12:41:08Z</dcterms:created>
  <dcterms:modified xsi:type="dcterms:W3CDTF">2026-05-18T12:41:08Z</dcterms:modified>
</cp:coreProperties>
</file>