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1006.64</c:v>
                </c:pt>
                <c:pt idx="2">
                  <c:v>1012.84</c:v>
                </c:pt>
                <c:pt idx="3">
                  <c:v>1019.61</c:v>
                </c:pt>
                <c:pt idx="4">
                  <c:v>1026.19</c:v>
                </c:pt>
                <c:pt idx="5">
                  <c:v>1032.67</c:v>
                </c:pt>
                <c:pt idx="6">
                  <c:v>1040.1</c:v>
                </c:pt>
                <c:pt idx="7">
                  <c:v>1046.29</c:v>
                </c:pt>
                <c:pt idx="8">
                  <c:v>1052.93</c:v>
                </c:pt>
                <c:pt idx="9">
                  <c:v>1059.36</c:v>
                </c:pt>
                <c:pt idx="10">
                  <c:v>1060.43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4,91%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2026-05-14T22:15:50Z</dcterms:created>
  <dcterms:modified xsi:type="dcterms:W3CDTF">2026-05-14T22:15:50Z</dcterms:modified>
</cp:coreProperties>
</file>