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May 2022</c:v>
                  </c:pt>
                  <c:pt idx="1">
                    <c:v>Jun 2022</c:v>
                  </c:pt>
                  <c:pt idx="2">
                    <c:v>Jul 2022</c:v>
                  </c:pt>
                  <c:pt idx="3">
                    <c:v>Aug 2022</c:v>
                  </c:pt>
                  <c:pt idx="4">
                    <c:v>Sep 2022</c:v>
                  </c:pt>
                  <c:pt idx="5">
                    <c:v>Oct 2022</c:v>
                  </c:pt>
                  <c:pt idx="6">
                    <c:v>Nov 2022</c:v>
                  </c:pt>
                  <c:pt idx="7">
                    <c:v>Dec 2022</c:v>
                  </c:pt>
                  <c:pt idx="8">
                    <c:v>Jan 2023</c:v>
                  </c:pt>
                  <c:pt idx="9">
                    <c:v>Feb 2023</c:v>
                  </c:pt>
                  <c:pt idx="10">
                    <c:v>Mar 2023</c:v>
                  </c:pt>
                  <c:pt idx="11">
                    <c:v>Apr 2023</c:v>
                  </c:pt>
                  <c:pt idx="12">
                    <c:v>May 2023</c:v>
                  </c:pt>
                  <c:pt idx="13">
                    <c:v>Jun 2023</c:v>
                  </c:pt>
                  <c:pt idx="14">
                    <c:v>Jul 2023</c:v>
                  </c:pt>
                  <c:pt idx="15">
                    <c:v>Aug 2023</c:v>
                  </c:pt>
                  <c:pt idx="16">
                    <c:v>Sep 2023</c:v>
                  </c:pt>
                  <c:pt idx="17">
                    <c:v>Oct 2023</c:v>
                  </c:pt>
                  <c:pt idx="18">
                    <c:v>Nov 2023</c:v>
                  </c:pt>
                  <c:pt idx="19">
                    <c:v>Dec 2023</c:v>
                  </c:pt>
                  <c:pt idx="20">
                    <c:v>Jan 2024</c:v>
                  </c:pt>
                  <c:pt idx="21">
                    <c:v>Feb 2024</c:v>
                  </c:pt>
                  <c:pt idx="22">
                    <c:v>Mar 2024</c:v>
                  </c:pt>
                  <c:pt idx="23">
                    <c:v>Apr 2024</c:v>
                  </c:pt>
                  <c:pt idx="24">
                    <c:v>May 2024</c:v>
                  </c:pt>
                  <c:pt idx="25">
                    <c:v>Jun 2024</c:v>
                  </c:pt>
                  <c:pt idx="26">
                    <c:v>Jul 2024</c:v>
                  </c:pt>
                  <c:pt idx="27">
                    <c:v>Aug 2024</c:v>
                  </c:pt>
                  <c:pt idx="28">
                    <c:v>Sep 2024</c:v>
                  </c:pt>
                  <c:pt idx="29">
                    <c:v>Oct 2024</c:v>
                  </c:pt>
                  <c:pt idx="30">
                    <c:v>Nov 2024</c:v>
                  </c:pt>
                  <c:pt idx="31">
                    <c:v>Dec 2024</c:v>
                  </c:pt>
                  <c:pt idx="32">
                    <c:v>Jan 2025</c:v>
                  </c:pt>
                  <c:pt idx="33">
                    <c:v>Feb 2025</c:v>
                  </c:pt>
                  <c:pt idx="34">
                    <c:v>Mar 2025</c:v>
                  </c:pt>
                  <c:pt idx="35">
                    <c:v>Apr 2025</c:v>
                  </c:pt>
                  <c:pt idx="36">
                    <c:v>May 2025</c:v>
                  </c:pt>
                  <c:pt idx="37">
                    <c:v>Jun 2025</c:v>
                  </c:pt>
                  <c:pt idx="38">
                    <c:v>Jul 2025</c:v>
                  </c:pt>
                  <c:pt idx="39">
                    <c:v>Aug 2025</c:v>
                  </c:pt>
                  <c:pt idx="40">
                    <c:v>Sep 2025</c:v>
                  </c:pt>
                  <c:pt idx="41">
                    <c:v>Oct 2025</c:v>
                  </c:pt>
                  <c:pt idx="42">
                    <c:v>Nov 2025</c:v>
                  </c:pt>
                  <c:pt idx="43">
                    <c:v>Dec 2025</c:v>
                  </c:pt>
                  <c:pt idx="44">
                    <c:v>Jan 2026</c:v>
                  </c:pt>
                  <c:pt idx="45">
                    <c:v>Feb 2026</c:v>
                  </c:pt>
                  <c:pt idx="46">
                    <c:v>Mar 2026</c:v>
                  </c:pt>
                  <c:pt idx="47">
                    <c:v>Apr 2026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100</c:v>
                </c:pt>
                <c:pt idx="1">
                  <c:v>100.74</c:v>
                </c:pt>
                <c:pt idx="2">
                  <c:v>101.5</c:v>
                </c:pt>
                <c:pt idx="3">
                  <c:v>102.41</c:v>
                </c:pt>
                <c:pt idx="4">
                  <c:v>103.31</c:v>
                </c:pt>
                <c:pt idx="5">
                  <c:v>104.2</c:v>
                </c:pt>
                <c:pt idx="6">
                  <c:v>105.28</c:v>
                </c:pt>
                <c:pt idx="7">
                  <c:v>106.27</c:v>
                </c:pt>
                <c:pt idx="8">
                  <c:v>107.34</c:v>
                </c:pt>
                <c:pt idx="9">
                  <c:v>108.28</c:v>
                </c:pt>
                <c:pt idx="10">
                  <c:v>109.34</c:v>
                </c:pt>
                <c:pt idx="11">
                  <c:v>110.3</c:v>
                </c:pt>
                <c:pt idx="12">
                  <c:v>111.44</c:v>
                </c:pt>
                <c:pt idx="13">
                  <c:v>112.49</c:v>
                </c:pt>
                <c:pt idx="14">
                  <c:v>113.58</c:v>
                </c:pt>
                <c:pt idx="15">
                  <c:v>114.59</c:v>
                </c:pt>
                <c:pt idx="16">
                  <c:v>115.48</c:v>
                </c:pt>
                <c:pt idx="17">
                  <c:v>116.46</c:v>
                </c:pt>
                <c:pt idx="18">
                  <c:v>117.34</c:v>
                </c:pt>
                <c:pt idx="19">
                  <c:v>118.17</c:v>
                </c:pt>
                <c:pt idx="20">
                  <c:v>119.04</c:v>
                </c:pt>
                <c:pt idx="21">
                  <c:v>119.77</c:v>
                </c:pt>
                <c:pt idx="22">
                  <c:v>120.44</c:v>
                </c:pt>
                <c:pt idx="23">
                  <c:v>121.18</c:v>
                </c:pt>
                <c:pt idx="24">
                  <c:v>121.84</c:v>
                </c:pt>
                <c:pt idx="25">
                  <c:v>122.41</c:v>
                </c:pt>
                <c:pt idx="26">
                  <c:v>123.05</c:v>
                </c:pt>
                <c:pt idx="27">
                  <c:v>123.64</c:v>
                </c:pt>
                <c:pt idx="28">
                  <c:v>124.24</c:v>
                </c:pt>
                <c:pt idx="29">
                  <c:v>124.8</c:v>
                </c:pt>
                <c:pt idx="30">
                  <c:v>125.34</c:v>
                </c:pt>
                <c:pt idx="31">
                  <c:v>125.9</c:v>
                </c:pt>
                <c:pt idx="32">
                  <c:v>126.46</c:v>
                </c:pt>
                <c:pt idx="33">
                  <c:v>126.95</c:v>
                </c:pt>
                <c:pt idx="34">
                  <c:v>127.5</c:v>
                </c:pt>
                <c:pt idx="35">
                  <c:v>128.03</c:v>
                </c:pt>
                <c:pt idx="36">
                  <c:v>128.57</c:v>
                </c:pt>
                <c:pt idx="37">
                  <c:v>129.12</c:v>
                </c:pt>
                <c:pt idx="38">
                  <c:v>129.68</c:v>
                </c:pt>
                <c:pt idx="39">
                  <c:v>130.18</c:v>
                </c:pt>
                <c:pt idx="40">
                  <c:v>130.73</c:v>
                </c:pt>
                <c:pt idx="41">
                  <c:v>131.25</c:v>
                </c:pt>
                <c:pt idx="42">
                  <c:v>131.75</c:v>
                </c:pt>
                <c:pt idx="43">
                  <c:v>132.29</c:v>
                </c:pt>
                <c:pt idx="44">
                  <c:v>132.81</c:v>
                </c:pt>
                <c:pt idx="45">
                  <c:v>133.29</c:v>
                </c:pt>
                <c:pt idx="46">
                  <c:v>133.81</c:v>
                </c:pt>
                <c:pt idx="47">
                  <c:v>134.31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FIP LIQUIDEZ LOCAL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May 2022</c:v>
                  </c:pt>
                  <c:pt idx="1">
                    <c:v>Jun 2022</c:v>
                  </c:pt>
                  <c:pt idx="2">
                    <c:v>Jul 2022</c:v>
                  </c:pt>
                  <c:pt idx="3">
                    <c:v>Aug 2022</c:v>
                  </c:pt>
                  <c:pt idx="4">
                    <c:v>Sep 2022</c:v>
                  </c:pt>
                  <c:pt idx="5">
                    <c:v>Oct 2022</c:v>
                  </c:pt>
                  <c:pt idx="6">
                    <c:v>Nov 2022</c:v>
                  </c:pt>
                  <c:pt idx="7">
                    <c:v>Dec 2022</c:v>
                  </c:pt>
                  <c:pt idx="8">
                    <c:v>Jan 2023</c:v>
                  </c:pt>
                  <c:pt idx="9">
                    <c:v>Feb 2023</c:v>
                  </c:pt>
                  <c:pt idx="10">
                    <c:v>Mar 2023</c:v>
                  </c:pt>
                  <c:pt idx="11">
                    <c:v>Apr 2023</c:v>
                  </c:pt>
                  <c:pt idx="12">
                    <c:v>May 2023</c:v>
                  </c:pt>
                  <c:pt idx="13">
                    <c:v>Jun 2023</c:v>
                  </c:pt>
                  <c:pt idx="14">
                    <c:v>Jul 2023</c:v>
                  </c:pt>
                  <c:pt idx="15">
                    <c:v>Aug 2023</c:v>
                  </c:pt>
                  <c:pt idx="16">
                    <c:v>Sep 2023</c:v>
                  </c:pt>
                  <c:pt idx="17">
                    <c:v>Oct 2023</c:v>
                  </c:pt>
                  <c:pt idx="18">
                    <c:v>Nov 2023</c:v>
                  </c:pt>
                  <c:pt idx="19">
                    <c:v>Dec 2023</c:v>
                  </c:pt>
                  <c:pt idx="20">
                    <c:v>Jan 2024</c:v>
                  </c:pt>
                  <c:pt idx="21">
                    <c:v>Feb 2024</c:v>
                  </c:pt>
                  <c:pt idx="22">
                    <c:v>Mar 2024</c:v>
                  </c:pt>
                  <c:pt idx="23">
                    <c:v>Apr 2024</c:v>
                  </c:pt>
                  <c:pt idx="24">
                    <c:v>May 2024</c:v>
                  </c:pt>
                  <c:pt idx="25">
                    <c:v>Jun 2024</c:v>
                  </c:pt>
                  <c:pt idx="26">
                    <c:v>Jul 2024</c:v>
                  </c:pt>
                  <c:pt idx="27">
                    <c:v>Aug 2024</c:v>
                  </c:pt>
                  <c:pt idx="28">
                    <c:v>Sep 2024</c:v>
                  </c:pt>
                  <c:pt idx="29">
                    <c:v>Oct 2024</c:v>
                  </c:pt>
                  <c:pt idx="30">
                    <c:v>Nov 2024</c:v>
                  </c:pt>
                  <c:pt idx="31">
                    <c:v>Dec 2024</c:v>
                  </c:pt>
                  <c:pt idx="32">
                    <c:v>Jan 2025</c:v>
                  </c:pt>
                  <c:pt idx="33">
                    <c:v>Feb 2025</c:v>
                  </c:pt>
                  <c:pt idx="34">
                    <c:v>Mar 2025</c:v>
                  </c:pt>
                  <c:pt idx="35">
                    <c:v>Apr 2025</c:v>
                  </c:pt>
                  <c:pt idx="36">
                    <c:v>May 2025</c:v>
                  </c:pt>
                  <c:pt idx="37">
                    <c:v>Jun 2025</c:v>
                  </c:pt>
                  <c:pt idx="38">
                    <c:v>Jul 2025</c:v>
                  </c:pt>
                  <c:pt idx="39">
                    <c:v>Aug 2025</c:v>
                  </c:pt>
                  <c:pt idx="40">
                    <c:v>Sep 2025</c:v>
                  </c:pt>
                  <c:pt idx="41">
                    <c:v>Oct 2025</c:v>
                  </c:pt>
                  <c:pt idx="42">
                    <c:v>Nov 2025</c:v>
                  </c:pt>
                  <c:pt idx="43">
                    <c:v>Dec 2025</c:v>
                  </c:pt>
                  <c:pt idx="44">
                    <c:v>Jan 2026</c:v>
                  </c:pt>
                  <c:pt idx="45">
                    <c:v>Feb 2026</c:v>
                  </c:pt>
                  <c:pt idx="46">
                    <c:v>Mar 2026</c:v>
                  </c:pt>
                  <c:pt idx="47">
                    <c:v>Apr 2026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100</c:v>
                </c:pt>
                <c:pt idx="1">
                  <c:v>100.15</c:v>
                </c:pt>
                <c:pt idx="2">
                  <c:v>100.96</c:v>
                </c:pt>
                <c:pt idx="3">
                  <c:v>101.83</c:v>
                </c:pt>
                <c:pt idx="4">
                  <c:v>102.74</c:v>
                </c:pt>
                <c:pt idx="5">
                  <c:v>103.68</c:v>
                </c:pt>
                <c:pt idx="6">
                  <c:v>104.75</c:v>
                </c:pt>
                <c:pt idx="7">
                  <c:v>105.84</c:v>
                </c:pt>
                <c:pt idx="8">
                  <c:v>107</c:v>
                </c:pt>
                <c:pt idx="9">
                  <c:v>107.87</c:v>
                </c:pt>
                <c:pt idx="10">
                  <c:v>109.02</c:v>
                </c:pt>
                <c:pt idx="11">
                  <c:v>110.11</c:v>
                </c:pt>
                <c:pt idx="12">
                  <c:v>111.38</c:v>
                </c:pt>
                <c:pt idx="13">
                  <c:v>112.52</c:v>
                </c:pt>
                <c:pt idx="14">
                  <c:v>113.75</c:v>
                </c:pt>
                <c:pt idx="15">
                  <c:v>114.98</c:v>
                </c:pt>
                <c:pt idx="16">
                  <c:v>116.06</c:v>
                </c:pt>
                <c:pt idx="17">
                  <c:v>117.19</c:v>
                </c:pt>
                <c:pt idx="18">
                  <c:v>118.22</c:v>
                </c:pt>
                <c:pt idx="19">
                  <c:v>119.21</c:v>
                </c:pt>
                <c:pt idx="20">
                  <c:v>120.22</c:v>
                </c:pt>
                <c:pt idx="21">
                  <c:v>121.04</c:v>
                </c:pt>
                <c:pt idx="22">
                  <c:v>121.75</c:v>
                </c:pt>
                <c:pt idx="23">
                  <c:v>122.44</c:v>
                </c:pt>
                <c:pt idx="24">
                  <c:v>123.12</c:v>
                </c:pt>
                <c:pt idx="25">
                  <c:v>123.77</c:v>
                </c:pt>
                <c:pt idx="26">
                  <c:v>124.41</c:v>
                </c:pt>
                <c:pt idx="27">
                  <c:v>125.21</c:v>
                </c:pt>
                <c:pt idx="28">
                  <c:v>125.89</c:v>
                </c:pt>
                <c:pt idx="29">
                  <c:v>126.44</c:v>
                </c:pt>
                <c:pt idx="30">
                  <c:v>127.1</c:v>
                </c:pt>
                <c:pt idx="31">
                  <c:v>127.65</c:v>
                </c:pt>
                <c:pt idx="32">
                  <c:v>128.17</c:v>
                </c:pt>
                <c:pt idx="33">
                  <c:v>128.68</c:v>
                </c:pt>
                <c:pt idx="34">
                  <c:v>129.35</c:v>
                </c:pt>
                <c:pt idx="35">
                  <c:v>130.46</c:v>
                </c:pt>
                <c:pt idx="36">
                  <c:v>131.25</c:v>
                </c:pt>
                <c:pt idx="37">
                  <c:v>132.01</c:v>
                </c:pt>
                <c:pt idx="38">
                  <c:v>132.73</c:v>
                </c:pt>
                <c:pt idx="39">
                  <c:v>133.55</c:v>
                </c:pt>
                <c:pt idx="40">
                  <c:v>134.32</c:v>
                </c:pt>
                <c:pt idx="41">
                  <c:v>135.16</c:v>
                </c:pt>
                <c:pt idx="42">
                  <c:v>135.98</c:v>
                </c:pt>
                <c:pt idx="43">
                  <c:v>136.82</c:v>
                </c:pt>
                <c:pt idx="44">
                  <c:v>137.71</c:v>
                </c:pt>
                <c:pt idx="45">
                  <c:v>138.48</c:v>
                </c:pt>
                <c:pt idx="46">
                  <c:v>139.3</c:v>
                </c:pt>
                <c:pt idx="47">
                  <c:v>140.1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May 2022</c:v>
                  </c:pt>
                  <c:pt idx="1">
                    <c:v>Jun 2022</c:v>
                  </c:pt>
                  <c:pt idx="2">
                    <c:v>Jul 2022</c:v>
                  </c:pt>
                  <c:pt idx="3">
                    <c:v>Aug 2022</c:v>
                  </c:pt>
                  <c:pt idx="4">
                    <c:v>Sep 2022</c:v>
                  </c:pt>
                  <c:pt idx="5">
                    <c:v>Oct 2022</c:v>
                  </c:pt>
                  <c:pt idx="6">
                    <c:v>Nov 2022</c:v>
                  </c:pt>
                  <c:pt idx="7">
                    <c:v>Dec 2022</c:v>
                  </c:pt>
                  <c:pt idx="8">
                    <c:v>Jan 2023</c:v>
                  </c:pt>
                  <c:pt idx="9">
                    <c:v>Feb 2023</c:v>
                  </c:pt>
                  <c:pt idx="10">
                    <c:v>Mar 2023</c:v>
                  </c:pt>
                  <c:pt idx="11">
                    <c:v>Apr 2023</c:v>
                  </c:pt>
                  <c:pt idx="12">
                    <c:v>May 2023</c:v>
                  </c:pt>
                  <c:pt idx="13">
                    <c:v>Jun 2023</c:v>
                  </c:pt>
                  <c:pt idx="14">
                    <c:v>Jul 2023</c:v>
                  </c:pt>
                  <c:pt idx="15">
                    <c:v>Aug 2023</c:v>
                  </c:pt>
                  <c:pt idx="16">
                    <c:v>Sep 2023</c:v>
                  </c:pt>
                  <c:pt idx="17">
                    <c:v>Oct 2023</c:v>
                  </c:pt>
                  <c:pt idx="18">
                    <c:v>Nov 2023</c:v>
                  </c:pt>
                  <c:pt idx="19">
                    <c:v>Dec 2023</c:v>
                  </c:pt>
                  <c:pt idx="20">
                    <c:v>Jan 2024</c:v>
                  </c:pt>
                  <c:pt idx="21">
                    <c:v>Feb 2024</c:v>
                  </c:pt>
                  <c:pt idx="22">
                    <c:v>Mar 2024</c:v>
                  </c:pt>
                  <c:pt idx="23">
                    <c:v>Apr 2024</c:v>
                  </c:pt>
                  <c:pt idx="24">
                    <c:v>May 2024</c:v>
                  </c:pt>
                  <c:pt idx="25">
                    <c:v>Jun 2024</c:v>
                  </c:pt>
                  <c:pt idx="26">
                    <c:v>Jul 2024</c:v>
                  </c:pt>
                  <c:pt idx="27">
                    <c:v>Aug 2024</c:v>
                  </c:pt>
                  <c:pt idx="28">
                    <c:v>Sep 2024</c:v>
                  </c:pt>
                  <c:pt idx="29">
                    <c:v>Oct 2024</c:v>
                  </c:pt>
                  <c:pt idx="30">
                    <c:v>Nov 2024</c:v>
                  </c:pt>
                  <c:pt idx="31">
                    <c:v>Dec 2024</c:v>
                  </c:pt>
                  <c:pt idx="32">
                    <c:v>Jan 2025</c:v>
                  </c:pt>
                  <c:pt idx="33">
                    <c:v>Feb 2025</c:v>
                  </c:pt>
                  <c:pt idx="34">
                    <c:v>Mar 2025</c:v>
                  </c:pt>
                  <c:pt idx="35">
                    <c:v>Apr 2025</c:v>
                  </c:pt>
                  <c:pt idx="36">
                    <c:v>May 2025</c:v>
                  </c:pt>
                  <c:pt idx="37">
                    <c:v>Jun 2025</c:v>
                  </c:pt>
                  <c:pt idx="38">
                    <c:v>Jul 2025</c:v>
                  </c:pt>
                  <c:pt idx="39">
                    <c:v>Aug 2025</c:v>
                  </c:pt>
                  <c:pt idx="40">
                    <c:v>Sep 2025</c:v>
                  </c:pt>
                  <c:pt idx="41">
                    <c:v>Oct 2025</c:v>
                  </c:pt>
                  <c:pt idx="42">
                    <c:v>Nov 2025</c:v>
                  </c:pt>
                  <c:pt idx="43">
                    <c:v>Dec 2025</c:v>
                  </c:pt>
                  <c:pt idx="44">
                    <c:v>Jan 2026</c:v>
                  </c:pt>
                  <c:pt idx="45">
                    <c:v>Feb 2026</c:v>
                  </c:pt>
                  <c:pt idx="46">
                    <c:v>Mar 2026</c:v>
                  </c:pt>
                  <c:pt idx="47">
                    <c:v>Apr 2026</c:v>
                  </c:pt>
                </c:lvl>
              </c:multiLvlStrCache>
            </c:multiLvlStrRef>
          </c:cat>
          <c:val>
            <c:numRef>
              <c:f>Sheet1!$D$2:$D$49</c:f>
              <c:numCache>
                <c:formatCode>General</c:formatCode>
                <c:ptCount val="48"/>
                <c:pt idx="0">
                  <c:v>100</c:v>
                </c:pt>
                <c:pt idx="1">
                  <c:v>100.59</c:v>
                </c:pt>
                <c:pt idx="2">
                  <c:v>101.24</c:v>
                </c:pt>
                <c:pt idx="3">
                  <c:v>101.96</c:v>
                </c:pt>
                <c:pt idx="4">
                  <c:v>102.7</c:v>
                </c:pt>
                <c:pt idx="5">
                  <c:v>103.45</c:v>
                </c:pt>
                <c:pt idx="6">
                  <c:v>104.35</c:v>
                </c:pt>
                <c:pt idx="7">
                  <c:v>105.18</c:v>
                </c:pt>
                <c:pt idx="8">
                  <c:v>106.07</c:v>
                </c:pt>
                <c:pt idx="9">
                  <c:v>106.85</c:v>
                </c:pt>
                <c:pt idx="10">
                  <c:v>107.73</c:v>
                </c:pt>
                <c:pt idx="11">
                  <c:v>108.53</c:v>
                </c:pt>
                <c:pt idx="12">
                  <c:v>109.49</c:v>
                </c:pt>
                <c:pt idx="13">
                  <c:v>110.36</c:v>
                </c:pt>
                <c:pt idx="14">
                  <c:v>111.27</c:v>
                </c:pt>
                <c:pt idx="15">
                  <c:v>112.12</c:v>
                </c:pt>
                <c:pt idx="16">
                  <c:v>112.88</c:v>
                </c:pt>
                <c:pt idx="17">
                  <c:v>113.63</c:v>
                </c:pt>
                <c:pt idx="18">
                  <c:v>114.33</c:v>
                </c:pt>
                <c:pt idx="19">
                  <c:v>115.03</c:v>
                </c:pt>
                <c:pt idx="20">
                  <c:v>115.7</c:v>
                </c:pt>
                <c:pt idx="21">
                  <c:v>116.29</c:v>
                </c:pt>
                <c:pt idx="22">
                  <c:v>116.81</c:v>
                </c:pt>
                <c:pt idx="23">
                  <c:v>117.36</c:v>
                </c:pt>
                <c:pt idx="24">
                  <c:v>117.85</c:v>
                </c:pt>
                <c:pt idx="25">
                  <c:v>118.28</c:v>
                </c:pt>
                <c:pt idx="26">
                  <c:v>118.71</c:v>
                </c:pt>
                <c:pt idx="27">
                  <c:v>119.14</c:v>
                </c:pt>
                <c:pt idx="28">
                  <c:v>119.54</c:v>
                </c:pt>
                <c:pt idx="29">
                  <c:v>119.95</c:v>
                </c:pt>
                <c:pt idx="30">
                  <c:v>120.34</c:v>
                </c:pt>
                <c:pt idx="31">
                  <c:v>120.73</c:v>
                </c:pt>
                <c:pt idx="32">
                  <c:v>121.09</c:v>
                </c:pt>
                <c:pt idx="33">
                  <c:v>121.42</c:v>
                </c:pt>
                <c:pt idx="34">
                  <c:v>121.8</c:v>
                </c:pt>
                <c:pt idx="35">
                  <c:v>122.16</c:v>
                </c:pt>
                <c:pt idx="36">
                  <c:v>122.54</c:v>
                </c:pt>
                <c:pt idx="37">
                  <c:v>122.9</c:v>
                </c:pt>
                <c:pt idx="38">
                  <c:v>123.27</c:v>
                </c:pt>
                <c:pt idx="39">
                  <c:v>123.64</c:v>
                </c:pt>
                <c:pt idx="40">
                  <c:v>123.98</c:v>
                </c:pt>
                <c:pt idx="41">
                  <c:v>124.33</c:v>
                </c:pt>
                <c:pt idx="42">
                  <c:v>124.68</c:v>
                </c:pt>
                <c:pt idx="43">
                  <c:v>125.03</c:v>
                </c:pt>
                <c:pt idx="44">
                  <c:v>125.37</c:v>
                </c:pt>
                <c:pt idx="45">
                  <c:v>125.68</c:v>
                </c:pt>
                <c:pt idx="46">
                  <c:v>126.02</c:v>
                </c:pt>
                <c:pt idx="47">
                  <c:v>126.35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in val="97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77.414.856-6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2022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menor valor entre 0,25% anual + IVA sobre el patrimonio neto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Local,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Local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 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LOCAL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04672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LOCAL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LOCAL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LOCAL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LOCAL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LOCAL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58,78%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39,18%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2026-05-19T11:58:39Z</dcterms:created>
  <dcterms:modified xsi:type="dcterms:W3CDTF">2026-05-19T11:58:39Z</dcterms:modified>
</cp:coreProperties>
</file>