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Presente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1000.22</c:v>
                </c:pt>
                <c:pt idx="2">
                  <c:v>1000.42</c:v>
                </c:pt>
                <c:pt idx="3">
                  <c:v>1000.64</c:v>
                </c:pt>
                <c:pt idx="4">
                  <c:v>1000.85</c:v>
                </c:pt>
                <c:pt idx="5">
                  <c:v>1001.07</c:v>
                </c:pt>
                <c:pt idx="6">
                  <c:v>1001.28</c:v>
                </c:pt>
                <c:pt idx="7">
                  <c:v>1001.49</c:v>
                </c:pt>
                <c:pt idx="8">
                  <c:v>1001.7</c:v>
                </c:pt>
                <c:pt idx="9">
                  <c:v>1001.92</c:v>
                </c:pt>
                <c:pt idx="10">
                  <c:v>1002.14</c:v>
                </c:pt>
                <c:pt idx="11">
                  <c:v>1002.35</c:v>
                </c:pt>
                <c:pt idx="12">
                  <c:v>1002.55</c:v>
                </c:pt>
                <c:pt idx="13">
                  <c:v>1002.76</c:v>
                </c:pt>
                <c:pt idx="14">
                  <c:v>1002.97</c:v>
                </c:pt>
                <c:pt idx="15">
                  <c:v>1003.19</c:v>
                </c:pt>
                <c:pt idx="16">
                  <c:v>1003.41</c:v>
                </c:pt>
                <c:pt idx="17">
                  <c:v>1003.62</c:v>
                </c:pt>
                <c:pt idx="18">
                  <c:v>1003.84</c:v>
                </c:pt>
                <c:pt idx="19">
                  <c:v>1004.02</c:v>
                </c:pt>
                <c:pt idx="20">
                  <c:v>1004.23</c:v>
                </c:pt>
                <c:pt idx="21">
                  <c:v>1004.44</c:v>
                </c:pt>
                <c:pt idx="22">
                  <c:v>1004.65</c:v>
                </c:pt>
                <c:pt idx="23">
                  <c:v>1004.87</c:v>
                </c:pt>
                <c:pt idx="24">
                  <c:v>1005.08</c:v>
                </c:pt>
                <c:pt idx="25">
                  <c:v>1005.3</c:v>
                </c:pt>
                <c:pt idx="26">
                  <c:v>1005.51</c:v>
                </c:pt>
                <c:pt idx="27">
                  <c:v>1005.72</c:v>
                </c:pt>
                <c:pt idx="28">
                  <c:v>1005.95</c:v>
                </c:pt>
                <c:pt idx="29">
                  <c:v>1006.18</c:v>
                </c:pt>
                <c:pt idx="30">
                  <c:v>1006.41</c:v>
                </c:pt>
                <c:pt idx="31">
                  <c:v>1006.64</c:v>
                </c:pt>
                <c:pt idx="32">
                  <c:v>1006.86</c:v>
                </c:pt>
                <c:pt idx="33">
                  <c:v>1007.09</c:v>
                </c:pt>
                <c:pt idx="34">
                  <c:v>1007.15</c:v>
                </c:pt>
                <c:pt idx="35">
                  <c:v>1007.38</c:v>
                </c:pt>
                <c:pt idx="36">
                  <c:v>1007.61</c:v>
                </c:pt>
                <c:pt idx="37">
                  <c:v>1007.84</c:v>
                </c:pt>
                <c:pt idx="38">
                  <c:v>1008.06</c:v>
                </c:pt>
                <c:pt idx="39">
                  <c:v>1008.29</c:v>
                </c:pt>
                <c:pt idx="40">
                  <c:v>1008.51</c:v>
                </c:pt>
                <c:pt idx="41">
                  <c:v>1008.74</c:v>
                </c:pt>
                <c:pt idx="42">
                  <c:v>1008.97</c:v>
                </c:pt>
                <c:pt idx="43">
                  <c:v>1009.2</c:v>
                </c:pt>
                <c:pt idx="44">
                  <c:v>1009.42</c:v>
                </c:pt>
                <c:pt idx="45">
                  <c:v>1009.65</c:v>
                </c:pt>
                <c:pt idx="46">
                  <c:v>1009.88</c:v>
                </c:pt>
                <c:pt idx="47">
                  <c:v>1009.93</c:v>
                </c:pt>
                <c:pt idx="48">
                  <c:v>1010.15</c:v>
                </c:pt>
                <c:pt idx="49">
                  <c:v>1010.48</c:v>
                </c:pt>
                <c:pt idx="50">
                  <c:v>1010.7</c:v>
                </c:pt>
                <c:pt idx="51">
                  <c:v>1010.93</c:v>
                </c:pt>
                <c:pt idx="52">
                  <c:v>1011.16</c:v>
                </c:pt>
                <c:pt idx="53">
                  <c:v>1011.39</c:v>
                </c:pt>
                <c:pt idx="54">
                  <c:v>1011.61</c:v>
                </c:pt>
                <c:pt idx="55">
                  <c:v>1011.83</c:v>
                </c:pt>
                <c:pt idx="56">
                  <c:v>1012.04</c:v>
                </c:pt>
                <c:pt idx="57">
                  <c:v>1012.25</c:v>
                </c:pt>
                <c:pt idx="58">
                  <c:v>1012.45</c:v>
                </c:pt>
                <c:pt idx="59">
                  <c:v>1012.66</c:v>
                </c:pt>
                <c:pt idx="60">
                  <c:v>1012.88</c:v>
                </c:pt>
                <c:pt idx="61">
                  <c:v>1012.89</c:v>
                </c:pt>
                <c:pt idx="62">
                  <c:v>1013.1</c:v>
                </c:pt>
                <c:pt idx="63">
                  <c:v>1013.32</c:v>
                </c:pt>
                <c:pt idx="64">
                  <c:v>1013.54</c:v>
                </c:pt>
                <c:pt idx="65">
                  <c:v>1013.76</c:v>
                </c:pt>
                <c:pt idx="66">
                  <c:v>1013.97</c:v>
                </c:pt>
                <c:pt idx="67">
                  <c:v>1014.19</c:v>
                </c:pt>
                <c:pt idx="68">
                  <c:v>1014.41</c:v>
                </c:pt>
                <c:pt idx="69">
                  <c:v>1014.64</c:v>
                </c:pt>
                <c:pt idx="70">
                  <c:v>1014.87</c:v>
                </c:pt>
                <c:pt idx="71">
                  <c:v>1015.11</c:v>
                </c:pt>
                <c:pt idx="72">
                  <c:v>1015.35</c:v>
                </c:pt>
                <c:pt idx="73">
                  <c:v>1015.6</c:v>
                </c:pt>
                <c:pt idx="74">
                  <c:v>1015.83</c:v>
                </c:pt>
                <c:pt idx="75">
                  <c:v>1015.84</c:v>
                </c:pt>
                <c:pt idx="76">
                  <c:v>1016.14</c:v>
                </c:pt>
                <c:pt idx="77">
                  <c:v>1016.44</c:v>
                </c:pt>
                <c:pt idx="78">
                  <c:v>1016.74</c:v>
                </c:pt>
                <c:pt idx="79">
                  <c:v>1017.03</c:v>
                </c:pt>
                <c:pt idx="80">
                  <c:v>1017.33</c:v>
                </c:pt>
                <c:pt idx="81">
                  <c:v>1017.63</c:v>
                </c:pt>
                <c:pt idx="82">
                  <c:v>1017.93</c:v>
                </c:pt>
                <c:pt idx="83">
                  <c:v>1018.22</c:v>
                </c:pt>
                <c:pt idx="84">
                  <c:v>1018.52</c:v>
                </c:pt>
                <c:pt idx="85">
                  <c:v>1018.84</c:v>
                </c:pt>
                <c:pt idx="86">
                  <c:v>1019.15</c:v>
                </c:pt>
                <c:pt idx="87">
                  <c:v>1019.47</c:v>
                </c:pt>
                <c:pt idx="88">
                  <c:v>1019.78</c:v>
                </c:pt>
                <c:pt idx="89">
                  <c:v>1020.1</c:v>
                </c:pt>
                <c:pt idx="90">
                  <c:v>1020.35</c:v>
                </c:pt>
                <c:pt idx="91">
                  <c:v>1020.59</c:v>
                </c:pt>
                <c:pt idx="92">
                  <c:v>1020.78</c:v>
                </c:pt>
                <c:pt idx="93">
                  <c:v>1020.99</c:v>
                </c:pt>
                <c:pt idx="94">
                  <c:v>1021.2</c:v>
                </c:pt>
                <c:pt idx="95">
                  <c:v>1021.41</c:v>
                </c:pt>
                <c:pt idx="96">
                  <c:v>1021.62</c:v>
                </c:pt>
                <c:pt idx="97">
                  <c:v>1021.83</c:v>
                </c:pt>
                <c:pt idx="98">
                  <c:v>1022.04</c:v>
                </c:pt>
                <c:pt idx="99">
                  <c:v>1022.25</c:v>
                </c:pt>
                <c:pt idx="100">
                  <c:v>1022.46</c:v>
                </c:pt>
                <c:pt idx="101">
                  <c:v>1022.67</c:v>
                </c:pt>
                <c:pt idx="102">
                  <c:v>1022.89</c:v>
                </c:pt>
                <c:pt idx="103">
                  <c:v>1022.92</c:v>
                </c:pt>
                <c:pt idx="104">
                  <c:v>1023.03</c:v>
                </c:pt>
                <c:pt idx="105">
                  <c:v>1023.24</c:v>
                </c:pt>
                <c:pt idx="106">
                  <c:v>1023.46</c:v>
                </c:pt>
                <c:pt idx="107">
                  <c:v>1023.67</c:v>
                </c:pt>
                <c:pt idx="108">
                  <c:v>1023.89</c:v>
                </c:pt>
                <c:pt idx="109">
                  <c:v>1024.1</c:v>
                </c:pt>
                <c:pt idx="110">
                  <c:v>1024.32</c:v>
                </c:pt>
                <c:pt idx="111">
                  <c:v>1024.53</c:v>
                </c:pt>
                <c:pt idx="112">
                  <c:v>1024.74</c:v>
                </c:pt>
                <c:pt idx="113">
                  <c:v>1024.96</c:v>
                </c:pt>
                <c:pt idx="114">
                  <c:v>1025.17</c:v>
                </c:pt>
                <c:pt idx="115">
                  <c:v>1025.38</c:v>
                </c:pt>
                <c:pt idx="116">
                  <c:v>1025.6</c:v>
                </c:pt>
                <c:pt idx="117">
                  <c:v>1025.79</c:v>
                </c:pt>
                <c:pt idx="118">
                  <c:v>1025.82</c:v>
                </c:pt>
                <c:pt idx="119">
                  <c:v>1026.03</c:v>
                </c:pt>
                <c:pt idx="120">
                  <c:v>1026.25</c:v>
                </c:pt>
                <c:pt idx="121">
                  <c:v>1026.46</c:v>
                </c:pt>
                <c:pt idx="122">
                  <c:v>1026.68</c:v>
                </c:pt>
                <c:pt idx="123">
                  <c:v>1026.9</c:v>
                </c:pt>
                <c:pt idx="124">
                  <c:v>1027.11</c:v>
                </c:pt>
                <c:pt idx="125">
                  <c:v>1027.33</c:v>
                </c:pt>
                <c:pt idx="126">
                  <c:v>1027.51</c:v>
                </c:pt>
                <c:pt idx="127">
                  <c:v>1027.72</c:v>
                </c:pt>
                <c:pt idx="128">
                  <c:v>1027.94</c:v>
                </c:pt>
                <c:pt idx="129">
                  <c:v>1028.15</c:v>
                </c:pt>
                <c:pt idx="130">
                  <c:v>1028.37</c:v>
                </c:pt>
                <c:pt idx="131">
                  <c:v>1028.58</c:v>
                </c:pt>
                <c:pt idx="132">
                  <c:v>1028.8</c:v>
                </c:pt>
                <c:pt idx="133">
                  <c:v>1029.02</c:v>
                </c:pt>
                <c:pt idx="134">
                  <c:v>1029.23</c:v>
                </c:pt>
                <c:pt idx="135">
                  <c:v>1029.44</c:v>
                </c:pt>
                <c:pt idx="136">
                  <c:v>1029.66</c:v>
                </c:pt>
                <c:pt idx="137">
                  <c:v>1029.88</c:v>
                </c:pt>
                <c:pt idx="138">
                  <c:v>1030.09</c:v>
                </c:pt>
                <c:pt idx="139">
                  <c:v>1030.3</c:v>
                </c:pt>
                <c:pt idx="140">
                  <c:v>1030.52</c:v>
                </c:pt>
                <c:pt idx="141">
                  <c:v>1030.73</c:v>
                </c:pt>
                <c:pt idx="142">
                  <c:v>1030.95</c:v>
                </c:pt>
                <c:pt idx="143">
                  <c:v>1031.17</c:v>
                </c:pt>
                <c:pt idx="144">
                  <c:v>1031.38</c:v>
                </c:pt>
                <c:pt idx="145">
                  <c:v>1031.56</c:v>
                </c:pt>
                <c:pt idx="146">
                  <c:v>1031.79</c:v>
                </c:pt>
                <c:pt idx="147">
                  <c:v>1032</c:v>
                </c:pt>
                <c:pt idx="148">
                  <c:v>1032.22</c:v>
                </c:pt>
                <c:pt idx="149">
                  <c:v>1032.44</c:v>
                </c:pt>
                <c:pt idx="150">
                  <c:v>1032.66</c:v>
                </c:pt>
                <c:pt idx="151">
                  <c:v>1032.87</c:v>
                </c:pt>
                <c:pt idx="152">
                  <c:v>1033.09</c:v>
                </c:pt>
                <c:pt idx="153">
                  <c:v>1033.27</c:v>
                </c:pt>
                <c:pt idx="154">
                  <c:v>1033.54</c:v>
                </c:pt>
                <c:pt idx="155">
                  <c:v>1033.82</c:v>
                </c:pt>
                <c:pt idx="156">
                  <c:v>1034.1</c:v>
                </c:pt>
                <c:pt idx="157">
                  <c:v>1034.38</c:v>
                </c:pt>
                <c:pt idx="158">
                  <c:v>1034.65</c:v>
                </c:pt>
                <c:pt idx="159">
                  <c:v>1034.96</c:v>
                </c:pt>
                <c:pt idx="160">
                  <c:v>1035.23</c:v>
                </c:pt>
                <c:pt idx="161">
                  <c:v>1035.5</c:v>
                </c:pt>
                <c:pt idx="162">
                  <c:v>1035.76</c:v>
                </c:pt>
                <c:pt idx="163">
                  <c:v>1035.98</c:v>
                </c:pt>
                <c:pt idx="164">
                  <c:v>1036.2</c:v>
                </c:pt>
                <c:pt idx="165">
                  <c:v>1036.42</c:v>
                </c:pt>
                <c:pt idx="166">
                  <c:v>1036.64</c:v>
                </c:pt>
                <c:pt idx="167">
                  <c:v>1036.82</c:v>
                </c:pt>
                <c:pt idx="168">
                  <c:v>1037.05</c:v>
                </c:pt>
                <c:pt idx="169">
                  <c:v>1037.27</c:v>
                </c:pt>
                <c:pt idx="170">
                  <c:v>1037.49</c:v>
                </c:pt>
                <c:pt idx="171">
                  <c:v>1037.72</c:v>
                </c:pt>
                <c:pt idx="172">
                  <c:v>1037.94</c:v>
                </c:pt>
                <c:pt idx="173">
                  <c:v>1038.16</c:v>
                </c:pt>
                <c:pt idx="174">
                  <c:v>1038.39</c:v>
                </c:pt>
                <c:pt idx="175">
                  <c:v>1038.61</c:v>
                </c:pt>
                <c:pt idx="176">
                  <c:v>1038.84</c:v>
                </c:pt>
                <c:pt idx="177">
                  <c:v>1039.06</c:v>
                </c:pt>
                <c:pt idx="178">
                  <c:v>1039.28</c:v>
                </c:pt>
                <c:pt idx="179">
                  <c:v>1039.51</c:v>
                </c:pt>
                <c:pt idx="180">
                  <c:v>1039.73</c:v>
                </c:pt>
                <c:pt idx="181">
                  <c:v>1039.94</c:v>
                </c:pt>
                <c:pt idx="182">
                  <c:v>1040.14</c:v>
                </c:pt>
                <c:pt idx="183">
                  <c:v>1040.19</c:v>
                </c:pt>
                <c:pt idx="184">
                  <c:v>1040.42</c:v>
                </c:pt>
                <c:pt idx="185">
                  <c:v>1040.64</c:v>
                </c:pt>
                <c:pt idx="186">
                  <c:v>1040.86</c:v>
                </c:pt>
                <c:pt idx="187">
                  <c:v>1041.09</c:v>
                </c:pt>
                <c:pt idx="188">
                  <c:v>1041.24</c:v>
                </c:pt>
                <c:pt idx="189">
                  <c:v>1041.46</c:v>
                </c:pt>
                <c:pt idx="190">
                  <c:v>1041.68</c:v>
                </c:pt>
                <c:pt idx="191">
                  <c:v>1041.91</c:v>
                </c:pt>
                <c:pt idx="192">
                  <c:v>1042.13</c:v>
                </c:pt>
                <c:pt idx="193">
                  <c:v>1042.35</c:v>
                </c:pt>
                <c:pt idx="194">
                  <c:v>1042.58</c:v>
                </c:pt>
                <c:pt idx="195">
                  <c:v>1042.8</c:v>
                </c:pt>
                <c:pt idx="196">
                  <c:v>1043.03</c:v>
                </c:pt>
                <c:pt idx="197">
                  <c:v>1043.25</c:v>
                </c:pt>
                <c:pt idx="198">
                  <c:v>1043.46</c:v>
                </c:pt>
                <c:pt idx="199">
                  <c:v>1043.68</c:v>
                </c:pt>
                <c:pt idx="200">
                  <c:v>1043.91</c:v>
                </c:pt>
                <c:pt idx="201">
                  <c:v>1044.13</c:v>
                </c:pt>
                <c:pt idx="202">
                  <c:v>1044.35</c:v>
                </c:pt>
                <c:pt idx="203">
                  <c:v>1044.58</c:v>
                </c:pt>
                <c:pt idx="204">
                  <c:v>1044.8</c:v>
                </c:pt>
                <c:pt idx="205">
                  <c:v>1045.03</c:v>
                </c:pt>
                <c:pt idx="206">
                  <c:v>1045.26</c:v>
                </c:pt>
                <c:pt idx="207">
                  <c:v>1045.48</c:v>
                </c:pt>
                <c:pt idx="208">
                  <c:v>1045.71</c:v>
                </c:pt>
                <c:pt idx="209">
                  <c:v>1045.95</c:v>
                </c:pt>
                <c:pt idx="210">
                  <c:v>1046.17</c:v>
                </c:pt>
                <c:pt idx="211">
                  <c:v>1046.4</c:v>
                </c:pt>
                <c:pt idx="212">
                  <c:v>1046.62</c:v>
                </c:pt>
                <c:pt idx="213">
                  <c:v>1046.85</c:v>
                </c:pt>
                <c:pt idx="214">
                  <c:v>1047.08</c:v>
                </c:pt>
                <c:pt idx="215">
                  <c:v>1047.3</c:v>
                </c:pt>
                <c:pt idx="216">
                  <c:v>1047.53</c:v>
                </c:pt>
                <c:pt idx="217">
                  <c:v>1047.76</c:v>
                </c:pt>
                <c:pt idx="218">
                  <c:v>1047.96</c:v>
                </c:pt>
                <c:pt idx="219">
                  <c:v>1048.16</c:v>
                </c:pt>
                <c:pt idx="220">
                  <c:v>1048.35</c:v>
                </c:pt>
                <c:pt idx="221">
                  <c:v>1048.55</c:v>
                </c:pt>
                <c:pt idx="222">
                  <c:v>1048.73</c:v>
                </c:pt>
                <c:pt idx="223">
                  <c:v>1048.92</c:v>
                </c:pt>
                <c:pt idx="224">
                  <c:v>1049.13</c:v>
                </c:pt>
                <c:pt idx="225">
                  <c:v>1049.35</c:v>
                </c:pt>
                <c:pt idx="226">
                  <c:v>1049.56</c:v>
                </c:pt>
                <c:pt idx="227">
                  <c:v>1049.77</c:v>
                </c:pt>
                <c:pt idx="228">
                  <c:v>1049.99</c:v>
                </c:pt>
                <c:pt idx="229">
                  <c:v>1050.2</c:v>
                </c:pt>
                <c:pt idx="230">
                  <c:v>1050.39</c:v>
                </c:pt>
                <c:pt idx="231">
                  <c:v>1050.58</c:v>
                </c:pt>
                <c:pt idx="232">
                  <c:v>1050.78</c:v>
                </c:pt>
                <c:pt idx="233">
                  <c:v>1050.99</c:v>
                </c:pt>
                <c:pt idx="234">
                  <c:v>1051.2</c:v>
                </c:pt>
                <c:pt idx="235">
                  <c:v>1051.41</c:v>
                </c:pt>
                <c:pt idx="236">
                  <c:v>1051.62</c:v>
                </c:pt>
                <c:pt idx="237">
                  <c:v>1051.86</c:v>
                </c:pt>
                <c:pt idx="238">
                  <c:v>1052.07</c:v>
                </c:pt>
                <c:pt idx="239">
                  <c:v>1052.27</c:v>
                </c:pt>
                <c:pt idx="240">
                  <c:v>1052.49</c:v>
                </c:pt>
                <c:pt idx="241">
                  <c:v>1052.7</c:v>
                </c:pt>
                <c:pt idx="242">
                  <c:v>1052.91</c:v>
                </c:pt>
                <c:pt idx="243">
                  <c:v>1053.12</c:v>
                </c:pt>
                <c:pt idx="244">
                  <c:v>1053.34</c:v>
                </c:pt>
                <c:pt idx="245">
                  <c:v>1053.56</c:v>
                </c:pt>
                <c:pt idx="246">
                  <c:v>1053.77</c:v>
                </c:pt>
                <c:pt idx="247">
                  <c:v>1053.99</c:v>
                </c:pt>
                <c:pt idx="248">
                  <c:v>1054.2</c:v>
                </c:pt>
                <c:pt idx="249">
                  <c:v>1054.41</c:v>
                </c:pt>
                <c:pt idx="250">
                  <c:v>1054.64</c:v>
                </c:pt>
                <c:pt idx="251">
                  <c:v>1054.87</c:v>
                </c:pt>
                <c:pt idx="252">
                  <c:v>1055.09</c:v>
                </c:pt>
                <c:pt idx="253">
                  <c:v>1055.29</c:v>
                </c:pt>
                <c:pt idx="254">
                  <c:v>1055.51</c:v>
                </c:pt>
                <c:pt idx="255">
                  <c:v>1055.72</c:v>
                </c:pt>
                <c:pt idx="256">
                  <c:v>1055.93</c:v>
                </c:pt>
                <c:pt idx="257">
                  <c:v>1056.14</c:v>
                </c:pt>
                <c:pt idx="258">
                  <c:v>1056.35</c:v>
                </c:pt>
                <c:pt idx="259">
                  <c:v>1056.57</c:v>
                </c:pt>
                <c:pt idx="260">
                  <c:v>1056.79</c:v>
                </c:pt>
                <c:pt idx="261">
                  <c:v>1057</c:v>
                </c:pt>
                <c:pt idx="262">
                  <c:v>1057.21</c:v>
                </c:pt>
                <c:pt idx="263">
                  <c:v>1057.42</c:v>
                </c:pt>
                <c:pt idx="264">
                  <c:v>1057.63</c:v>
                </c:pt>
                <c:pt idx="265">
                  <c:v>1057.84</c:v>
                </c:pt>
                <c:pt idx="266">
                  <c:v>1058.05</c:v>
                </c:pt>
                <c:pt idx="267">
                  <c:v>1058.26</c:v>
                </c:pt>
                <c:pt idx="268">
                  <c:v>1058.47</c:v>
                </c:pt>
                <c:pt idx="269">
                  <c:v>1058.68</c:v>
                </c:pt>
                <c:pt idx="270">
                  <c:v>1058.89</c:v>
                </c:pt>
                <c:pt idx="271">
                  <c:v>1059.11</c:v>
                </c:pt>
                <c:pt idx="272">
                  <c:v>1059.34</c:v>
                </c:pt>
                <c:pt idx="273">
                  <c:v>1059.54</c:v>
                </c:pt>
                <c:pt idx="274">
                  <c:v>1059.76</c:v>
                </c:pt>
                <c:pt idx="275">
                  <c:v>1059.97</c:v>
                </c:pt>
                <c:pt idx="276">
                  <c:v>1060.19</c:v>
                </c:pt>
                <c:pt idx="277">
                  <c:v>1060.4</c:v>
                </c:pt>
                <c:pt idx="278">
                  <c:v>1060.61</c:v>
                </c:pt>
                <c:pt idx="279">
                  <c:v>1060.84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1003.83</c:v>
                </c:pt>
                <c:pt idx="2">
                  <c:v>1008.08</c:v>
                </c:pt>
                <c:pt idx="3">
                  <c:v>1012.07</c:v>
                </c:pt>
                <c:pt idx="4">
                  <c:v>1015.96</c:v>
                </c:pt>
                <c:pt idx="5">
                  <c:v>1020.29</c:v>
                </c:pt>
                <c:pt idx="6">
                  <c:v>1024.12</c:v>
                </c:pt>
                <c:pt idx="7">
                  <c:v>1027.71</c:v>
                </c:pt>
                <c:pt idx="8">
                  <c:v>1031.83</c:v>
                </c:pt>
                <c:pt idx="9">
                  <c:v>1035.71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905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Sheet1!$D$2:$D$281</c:f>
              <c:numCache>
                <c:formatCode>General</c:formatCode>
                <c:ptCount val="280"/>
                <c:pt idx="0">
                  <c:v>1000</c:v>
                </c:pt>
                <c:pt idx="1">
                  <c:v>1003</c:v>
                </c:pt>
                <c:pt idx="2">
                  <c:v>1005.77</c:v>
                </c:pt>
                <c:pt idx="3">
                  <c:v>1008.65</c:v>
                </c:pt>
                <c:pt idx="4">
                  <c:v>1011.47</c:v>
                </c:pt>
                <c:pt idx="5">
                  <c:v>1014.34</c:v>
                </c:pt>
                <c:pt idx="6">
                  <c:v>1017.11</c:v>
                </c:pt>
                <c:pt idx="7">
                  <c:v>1019.59</c:v>
                </c:pt>
                <c:pt idx="8">
                  <c:v>1022.33</c:v>
                </c:pt>
                <c:pt idx="9">
                  <c:v>1024.99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"/>
      </c:catAx>
      <c:valAx>
        <c:axId val="2094734552"/>
        <c:scaling>
          <c:orientation val="minMax"/>
          <c:min val="950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18872" y="4224528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" y="43159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8872" y="4498848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" y="456285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18872" y="5312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" y="5404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8872" y="5586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872" y="565099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PRESENTE, es la tasa de politica monetaria promedio del Banco Central de Chile.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18872" y="63093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" y="6400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8872" y="6583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" y="664768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8 CLP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2240280"/>
            <a:ext cx="4818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Presente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606040" y="2414016"/>
          <a:ext cx="4818888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606040" y="4315968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2606040" y="457200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645152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2606040" y="5422392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2606040" y="5586984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650992"/>
          <a:ext cx="4818888" cy="914400"/>
        </p:xfrm>
        <a:graphic>
          <a:graphicData uri="http://schemas.openxmlformats.org/drawingml/2006/table">
            <a:tbl>
              <a:tblPr/>
              <a:tblGrid>
                <a:gridCol w="219456"/>
                <a:gridCol w="859536"/>
                <a:gridCol w="265176"/>
                <a:gridCol w="265176"/>
                <a:gridCol w="265176"/>
                <a:gridCol w="265176"/>
                <a:gridCol w="265176"/>
                <a:gridCol w="265176"/>
                <a:gridCol w="256032"/>
                <a:gridCol w="265176"/>
                <a:gridCol w="256032"/>
                <a:gridCol w="265176"/>
                <a:gridCol w="256032"/>
                <a:gridCol w="256032"/>
                <a:gridCol w="274320"/>
              </a:tblGrid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PRESENTE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171907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07592" y="1719072"/>
            <a:ext cx="1024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8872" y="200253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" y="209397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8872" y="227685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" y="2350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90472" y="235000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65,75%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8872" y="2523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490472" y="25237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34,25%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18872" y="278892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" y="288036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8872" y="306324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" y="31363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490472" y="31363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51,69%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8872" y="3337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90472" y="333756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43,86%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8872" y="3538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490472" y="35387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4,44%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8872" y="3739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490472" y="373989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2026-05-15T23:44:04Z</dcterms:created>
  <dcterms:modified xsi:type="dcterms:W3CDTF">2026-05-15T23:44:04Z</dcterms:modified>
</cp:coreProperties>
</file>