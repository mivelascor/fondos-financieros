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Presente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100.66</c:v>
                </c:pt>
                <c:pt idx="2">
                  <c:v>101.29</c:v>
                </c:pt>
                <c:pt idx="3">
                  <c:v>102.08</c:v>
                </c:pt>
                <c:pt idx="4">
                  <c:v>102.67</c:v>
                </c:pt>
                <c:pt idx="5">
                  <c:v>103.36</c:v>
                </c:pt>
                <c:pt idx="6">
                  <c:v>104.04</c:v>
                </c:pt>
                <c:pt idx="7">
                  <c:v>104.66</c:v>
                </c:pt>
                <c:pt idx="8">
                  <c:v>105.31</c:v>
                </c:pt>
                <c:pt idx="9">
                  <c:v>105.95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77,414,855-8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2024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Presente,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Presente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51,69%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43,86%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4,44%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2026-05-18T23:41:00Z</dcterms:created>
  <dcterms:modified xsi:type="dcterms:W3CDTF">2026-05-18T23:41:00Z</dcterms:modified>
</cp:coreProperties>
</file>