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Presente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  <c:pt idx="10">
                    <c:v>May 2026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1000</c:v>
                </c:pt>
                <c:pt idx="1">
                  <c:v>1006.65</c:v>
                </c:pt>
                <c:pt idx="2">
                  <c:v>1012.88</c:v>
                </c:pt>
                <c:pt idx="3">
                  <c:v>1020.77</c:v>
                </c:pt>
                <c:pt idx="4">
                  <c:v>1026.68</c:v>
                </c:pt>
                <c:pt idx="5">
                  <c:v>1033.32</c:v>
                </c:pt>
                <c:pt idx="6">
                  <c:v>1040.42</c:v>
                </c:pt>
                <c:pt idx="7">
                  <c:v>1046.62</c:v>
                </c:pt>
                <c:pt idx="8">
                  <c:v>1053.11</c:v>
                </c:pt>
                <c:pt idx="9">
                  <c:v>1059.53</c:v>
                </c:pt>
                <c:pt idx="10">
                  <c:v>1060.62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  <c:pt idx="10">
                    <c:v>May 2026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1000</c:v>
                </c:pt>
                <c:pt idx="1">
                  <c:v>1008.08</c:v>
                </c:pt>
                <c:pt idx="2">
                  <c:v>1020.29</c:v>
                </c:pt>
                <c:pt idx="3">
                  <c:v>1031.83</c:v>
                </c:pt>
                <c:pt idx="4">
                  <c:v>1035.71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8288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64592"/>
            <a:ext cx="2194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82880" y="1536192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228600" y="1920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28600" y="21214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21945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80" dirty="0"/>
          </a:p>
        </p:txBody>
      </p:sp>
      <p:sp>
        <p:nvSpPr>
          <p:cNvPr id="10" name="Text 8"/>
          <p:cNvSpPr/>
          <p:nvPr/>
        </p:nvSpPr>
        <p:spPr>
          <a:xfrm>
            <a:off x="1161288" y="21945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80" dirty="0"/>
          </a:p>
        </p:txBody>
      </p:sp>
      <p:sp>
        <p:nvSpPr>
          <p:cNvPr id="11" name="Text 9"/>
          <p:cNvSpPr/>
          <p:nvPr/>
        </p:nvSpPr>
        <p:spPr>
          <a:xfrm>
            <a:off x="228600" y="23774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80" dirty="0"/>
          </a:p>
        </p:txBody>
      </p:sp>
      <p:sp>
        <p:nvSpPr>
          <p:cNvPr id="12" name="Text 10"/>
          <p:cNvSpPr/>
          <p:nvPr/>
        </p:nvSpPr>
        <p:spPr>
          <a:xfrm>
            <a:off x="1161288" y="23774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80" dirty="0"/>
          </a:p>
        </p:txBody>
      </p:sp>
      <p:sp>
        <p:nvSpPr>
          <p:cNvPr id="13" name="Text 11"/>
          <p:cNvSpPr/>
          <p:nvPr/>
        </p:nvSpPr>
        <p:spPr>
          <a:xfrm>
            <a:off x="228600" y="25603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80" dirty="0"/>
          </a:p>
        </p:txBody>
      </p:sp>
      <p:sp>
        <p:nvSpPr>
          <p:cNvPr id="14" name="Text 12"/>
          <p:cNvSpPr/>
          <p:nvPr/>
        </p:nvSpPr>
        <p:spPr>
          <a:xfrm>
            <a:off x="1161288" y="25603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80" dirty="0"/>
          </a:p>
        </p:txBody>
      </p:sp>
      <p:sp>
        <p:nvSpPr>
          <p:cNvPr id="15" name="Text 13"/>
          <p:cNvSpPr/>
          <p:nvPr/>
        </p:nvSpPr>
        <p:spPr>
          <a:xfrm>
            <a:off x="228600" y="274320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80" dirty="0"/>
          </a:p>
        </p:txBody>
      </p:sp>
      <p:sp>
        <p:nvSpPr>
          <p:cNvPr id="16" name="Text 14"/>
          <p:cNvSpPr/>
          <p:nvPr/>
        </p:nvSpPr>
        <p:spPr>
          <a:xfrm>
            <a:off x="1161288" y="274320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80" dirty="0"/>
          </a:p>
        </p:txBody>
      </p:sp>
      <p:sp>
        <p:nvSpPr>
          <p:cNvPr id="17" name="Text 15"/>
          <p:cNvSpPr/>
          <p:nvPr/>
        </p:nvSpPr>
        <p:spPr>
          <a:xfrm>
            <a:off x="228600" y="292608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80" dirty="0"/>
          </a:p>
        </p:txBody>
      </p:sp>
      <p:sp>
        <p:nvSpPr>
          <p:cNvPr id="18" name="Text 16"/>
          <p:cNvSpPr/>
          <p:nvPr/>
        </p:nvSpPr>
        <p:spPr>
          <a:xfrm>
            <a:off x="1161288" y="292608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80" dirty="0"/>
          </a:p>
        </p:txBody>
      </p:sp>
      <p:sp>
        <p:nvSpPr>
          <p:cNvPr id="19" name="Text 17"/>
          <p:cNvSpPr/>
          <p:nvPr/>
        </p:nvSpPr>
        <p:spPr>
          <a:xfrm>
            <a:off x="228600" y="31089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80" dirty="0"/>
          </a:p>
        </p:txBody>
      </p:sp>
      <p:sp>
        <p:nvSpPr>
          <p:cNvPr id="20" name="Text 18"/>
          <p:cNvSpPr/>
          <p:nvPr/>
        </p:nvSpPr>
        <p:spPr>
          <a:xfrm>
            <a:off x="1161288" y="31089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80" dirty="0"/>
          </a:p>
        </p:txBody>
      </p:sp>
      <p:sp>
        <p:nvSpPr>
          <p:cNvPr id="21" name="Text 19"/>
          <p:cNvSpPr/>
          <p:nvPr/>
        </p:nvSpPr>
        <p:spPr>
          <a:xfrm>
            <a:off x="228600" y="32918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80" dirty="0"/>
          </a:p>
        </p:txBody>
      </p:sp>
      <p:sp>
        <p:nvSpPr>
          <p:cNvPr id="22" name="Text 20"/>
          <p:cNvSpPr/>
          <p:nvPr/>
        </p:nvSpPr>
        <p:spPr>
          <a:xfrm>
            <a:off x="1161288" y="32918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228600" y="34747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80" dirty="0"/>
          </a:p>
        </p:txBody>
      </p:sp>
      <p:sp>
        <p:nvSpPr>
          <p:cNvPr id="24" name="Text 22"/>
          <p:cNvSpPr/>
          <p:nvPr/>
        </p:nvSpPr>
        <p:spPr>
          <a:xfrm>
            <a:off x="1161288" y="34747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80" dirty="0"/>
          </a:p>
        </p:txBody>
      </p:sp>
      <p:sp>
        <p:nvSpPr>
          <p:cNvPr id="25" name="Text 23"/>
          <p:cNvSpPr/>
          <p:nvPr/>
        </p:nvSpPr>
        <p:spPr>
          <a:xfrm>
            <a:off x="228600" y="36576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80" dirty="0"/>
          </a:p>
        </p:txBody>
      </p:sp>
      <p:sp>
        <p:nvSpPr>
          <p:cNvPr id="26" name="Text 24"/>
          <p:cNvSpPr/>
          <p:nvPr/>
        </p:nvSpPr>
        <p:spPr>
          <a:xfrm>
            <a:off x="1161288" y="365760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80" dirty="0"/>
          </a:p>
        </p:txBody>
      </p:sp>
      <p:sp>
        <p:nvSpPr>
          <p:cNvPr id="27" name="Text 25"/>
          <p:cNvSpPr/>
          <p:nvPr/>
        </p:nvSpPr>
        <p:spPr>
          <a:xfrm>
            <a:off x="228600" y="39319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1161288" y="393192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80" dirty="0"/>
          </a:p>
        </p:txBody>
      </p:sp>
      <p:sp>
        <p:nvSpPr>
          <p:cNvPr id="29" name="Text 27"/>
          <p:cNvSpPr/>
          <p:nvPr/>
        </p:nvSpPr>
        <p:spPr>
          <a:xfrm>
            <a:off x="228600" y="42062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80" dirty="0"/>
          </a:p>
        </p:txBody>
      </p:sp>
      <p:sp>
        <p:nvSpPr>
          <p:cNvPr id="30" name="Text 28"/>
          <p:cNvSpPr/>
          <p:nvPr/>
        </p:nvSpPr>
        <p:spPr>
          <a:xfrm>
            <a:off x="1161288" y="42062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80" dirty="0"/>
          </a:p>
        </p:txBody>
      </p:sp>
      <p:sp>
        <p:nvSpPr>
          <p:cNvPr id="31" name="Shape 29"/>
          <p:cNvSpPr/>
          <p:nvPr/>
        </p:nvSpPr>
        <p:spPr>
          <a:xfrm>
            <a:off x="228600" y="444398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28600" y="453542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228600" y="4718304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8600" y="5468112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8600" y="5559552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228600" y="574243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PRESENTE, es la tasa de política monetaria promedio del Banco Central de Chile.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228600" y="6400800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8600" y="6492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228600" y="66751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2697480" y="429768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97480" y="521208"/>
            <a:ext cx="463600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2 CLP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2697480" y="2212848"/>
            <a:ext cx="46360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Presente</a:t>
            </a:r>
            <a:endParaRPr lang="en-US" sz="800" dirty="0"/>
          </a:p>
        </p:txBody>
      </p:sp>
      <p:graphicFrame>
        <p:nvGraphicFramePr>
          <p:cNvPr id="44" name="Chart 0" descr=""/>
          <p:cNvGraphicFramePr/>
          <p:nvPr/>
        </p:nvGraphicFramePr>
        <p:xfrm>
          <a:off x="2697480" y="2395728"/>
          <a:ext cx="4636008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5" name="Text 42"/>
          <p:cNvSpPr/>
          <p:nvPr/>
        </p:nvSpPr>
        <p:spPr>
          <a:xfrm>
            <a:off x="2697480" y="438912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4663440"/>
          <a:ext cx="4636008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594360"/>
                <a:gridCol w="658368"/>
                <a:gridCol w="658368"/>
                <a:gridCol w="594360"/>
                <a:gridCol w="621792"/>
              </a:tblGrid>
              <a:tr h="1920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47" name="Text 43"/>
          <p:cNvSpPr/>
          <p:nvPr/>
        </p:nvSpPr>
        <p:spPr>
          <a:xfrm>
            <a:off x="2697480" y="5477256"/>
            <a:ext cx="463600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48" name="Shape 44"/>
          <p:cNvSpPr/>
          <p:nvPr/>
        </p:nvSpPr>
        <p:spPr>
          <a:xfrm>
            <a:off x="2697480" y="5660136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5724144"/>
          <a:ext cx="463600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749808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PRESENTE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PRESENTE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02412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228600" y="14630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228600" y="16642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28600" y="1755648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508760" y="1755648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1,01%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228600" y="206654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28600" y="215798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General por Instrumentos Financieros</a:t>
            </a:r>
            <a:endParaRPr lang="en-US" sz="8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359152"/>
          <a:ext cx="2240280" cy="914400"/>
        </p:xfrm>
        <a:graphic>
          <a:graphicData uri="http://schemas.openxmlformats.org/drawingml/2006/table">
            <a:tbl>
              <a:tblPr/>
              <a:tblGrid>
                <a:gridCol w="1207008"/>
                <a:gridCol w="502920"/>
                <a:gridCol w="530352"/>
              </a:tblGrid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Límites de Inversión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Mínimo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Máximo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Depósitos a Plazo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Facturas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Financiamientos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(Inmobiliario, Mezzanine, etc.)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Efectos de Comercio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Pagaré Banco Central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228600" y="412394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28600" y="421538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228600" y="4443984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de 1 mes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645920" y="4443984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228600" y="466344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1-3 meses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645920" y="4663440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228600" y="488289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3-4 meses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1645920" y="488289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228600" y="5102352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de 4 meses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1645920" y="510235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2697480" y="45720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5" name="Text 22"/>
          <p:cNvSpPr/>
          <p:nvPr/>
        </p:nvSpPr>
        <p:spPr>
          <a:xfrm>
            <a:off x="2697480" y="88696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6" name="Text 23"/>
          <p:cNvSpPr/>
          <p:nvPr/>
        </p:nvSpPr>
        <p:spPr>
          <a:xfrm>
            <a:off x="2697480" y="131673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2697480" y="174650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2697480" y="2176272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29" name="Text 26"/>
          <p:cNvSpPr/>
          <p:nvPr/>
        </p:nvSpPr>
        <p:spPr>
          <a:xfrm>
            <a:off x="2697480" y="260604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0" name="Text 27"/>
          <p:cNvSpPr/>
          <p:nvPr/>
        </p:nvSpPr>
        <p:spPr>
          <a:xfrm>
            <a:off x="2697480" y="303580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1" name="Text 28"/>
          <p:cNvSpPr/>
          <p:nvPr/>
        </p:nvSpPr>
        <p:spPr>
          <a:xfrm>
            <a:off x="2697480" y="346557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2" name="Text 29"/>
          <p:cNvSpPr/>
          <p:nvPr/>
        </p:nvSpPr>
        <p:spPr>
          <a:xfrm>
            <a:off x="2697480" y="389534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3" name="Shape 30"/>
          <p:cNvSpPr/>
          <p:nvPr/>
        </p:nvSpPr>
        <p:spPr>
          <a:xfrm>
            <a:off x="2697480" y="4398264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2697480" y="452628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2697480" y="4800600"/>
            <a:ext cx="46360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2026-05-14T22:15:55Z</dcterms:created>
  <dcterms:modified xsi:type="dcterms:W3CDTF">2026-05-14T22:15:55Z</dcterms:modified>
</cp:coreProperties>
</file>