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1012.88</c:v>
                </c:pt>
                <c:pt idx="3">
                  <c:v>1020.77</c:v>
                </c:pt>
                <c:pt idx="4">
                  <c:v>1026.68</c:v>
                </c:pt>
                <c:pt idx="5">
                  <c:v>1033.6</c:v>
                </c:pt>
                <c:pt idx="6">
                  <c:v>1040.42</c:v>
                </c:pt>
                <c:pt idx="7">
                  <c:v>1046.62</c:v>
                </c:pt>
                <c:pt idx="8">
                  <c:v>1053.11</c:v>
                </c:pt>
                <c:pt idx="9">
                  <c:v>1059.53</c:v>
                </c:pt>
                <c:pt idx="10">
                  <c:v>1060.62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2026-05-18T12:41:22Z</dcterms:created>
  <dcterms:modified xsi:type="dcterms:W3CDTF">2026-05-18T12:41:22Z</dcterms:modified>
</cp:coreProperties>
</file>