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Oct 2024</c:v>
                  </c:pt>
                  <c:pt idx="1">
                    <c:v>Nov 2024</c:v>
                  </c:pt>
                  <c:pt idx="2">
                    <c:v>Dec 2024</c:v>
                  </c:pt>
                  <c:pt idx="3">
                    <c:v>Jan 2025</c:v>
                  </c:pt>
                  <c:pt idx="4">
                    <c:v>Feb 2025</c:v>
                  </c:pt>
                  <c:pt idx="5">
                    <c:v>Mar 2025</c:v>
                  </c:pt>
                  <c:pt idx="6">
                    <c:v>Apr 2025</c:v>
                  </c:pt>
                  <c:pt idx="7">
                    <c:v>May 2025</c:v>
                  </c:pt>
                  <c:pt idx="8">
                    <c:v>Jun 2025</c:v>
                  </c:pt>
                  <c:pt idx="9">
                    <c:v>Jul 2025</c:v>
                  </c:pt>
                  <c:pt idx="10">
                    <c:v>Aug 2025</c:v>
                  </c:pt>
                  <c:pt idx="11">
                    <c:v>Sep 2025</c:v>
                  </c:pt>
                  <c:pt idx="12">
                    <c:v>Oct 2025</c:v>
                  </c:pt>
                  <c:pt idx="13">
                    <c:v>Nov 2025</c:v>
                  </c:pt>
                  <c:pt idx="14">
                    <c:v>Dec 2025</c:v>
                  </c:pt>
                  <c:pt idx="15">
                    <c:v>Jan 2026</c:v>
                  </c:pt>
                  <c:pt idx="16">
                    <c:v>Feb 2026</c:v>
                  </c:pt>
                  <c:pt idx="17">
                    <c:v>Mar 2026</c:v>
                  </c:pt>
                  <c:pt idx="18">
                    <c:v>Apr 2026</c:v>
                  </c:pt>
                </c:lvl>
              </c:multiLvlStrCache>
            </c:multiLvl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100</c:v>
                </c:pt>
                <c:pt idx="1">
                  <c:v>100.44</c:v>
                </c:pt>
                <c:pt idx="2">
                  <c:v>100.89</c:v>
                </c:pt>
                <c:pt idx="3">
                  <c:v>101.33</c:v>
                </c:pt>
                <c:pt idx="4">
                  <c:v>101.73</c:v>
                </c:pt>
                <c:pt idx="5">
                  <c:v>102.17</c:v>
                </c:pt>
                <c:pt idx="6">
                  <c:v>102.59</c:v>
                </c:pt>
                <c:pt idx="7">
                  <c:v>103.02</c:v>
                </c:pt>
                <c:pt idx="8">
                  <c:v>103.47</c:v>
                </c:pt>
                <c:pt idx="9">
                  <c:v>103.91</c:v>
                </c:pt>
                <c:pt idx="10">
                  <c:v>104.31</c:v>
                </c:pt>
                <c:pt idx="11">
                  <c:v>104.75</c:v>
                </c:pt>
                <c:pt idx="12">
                  <c:v>105.17</c:v>
                </c:pt>
                <c:pt idx="13">
                  <c:v>105.57</c:v>
                </c:pt>
                <c:pt idx="14">
                  <c:v>106.01</c:v>
                </c:pt>
                <c:pt idx="15">
                  <c:v>106.42</c:v>
                </c:pt>
                <c:pt idx="16">
                  <c:v>106.81</c:v>
                </c:pt>
                <c:pt idx="17">
                  <c:v>107.22</c:v>
                </c:pt>
                <c:pt idx="18">
                  <c:v>79.95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Presente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Oct 2024</c:v>
                  </c:pt>
                  <c:pt idx="1">
                    <c:v>Nov 2024</c:v>
                  </c:pt>
                  <c:pt idx="2">
                    <c:v>Dec 2024</c:v>
                  </c:pt>
                  <c:pt idx="3">
                    <c:v>Jan 2025</c:v>
                  </c:pt>
                  <c:pt idx="4">
                    <c:v>Feb 2025</c:v>
                  </c:pt>
                  <c:pt idx="5">
                    <c:v>Mar 2025</c:v>
                  </c:pt>
                  <c:pt idx="6">
                    <c:v>Apr 2025</c:v>
                  </c:pt>
                  <c:pt idx="7">
                    <c:v>May 2025</c:v>
                  </c:pt>
                  <c:pt idx="8">
                    <c:v>Jun 2025</c:v>
                  </c:pt>
                  <c:pt idx="9">
                    <c:v>Jul 2025</c:v>
                  </c:pt>
                  <c:pt idx="10">
                    <c:v>Aug 2025</c:v>
                  </c:pt>
                  <c:pt idx="11">
                    <c:v>Sep 2025</c:v>
                  </c:pt>
                  <c:pt idx="12">
                    <c:v>Oct 2025</c:v>
                  </c:pt>
                  <c:pt idx="13">
                    <c:v>Nov 2025</c:v>
                  </c:pt>
                  <c:pt idx="14">
                    <c:v>Dec 2025</c:v>
                  </c:pt>
                  <c:pt idx="15">
                    <c:v>Jan 2026</c:v>
                  </c:pt>
                  <c:pt idx="16">
                    <c:v>Feb 2026</c:v>
                  </c:pt>
                  <c:pt idx="17">
                    <c:v>Mar 2026</c:v>
                  </c:pt>
                  <c:pt idx="18">
                    <c:v>Apr 2026</c:v>
                  </c:pt>
                </c:lvl>
              </c:multiLvlStrCache>
            </c:multiLvl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100</c:v>
                </c:pt>
                <c:pt idx="1">
                  <c:v>100.03</c:v>
                </c:pt>
                <c:pt idx="2">
                  <c:v>100.63</c:v>
                </c:pt>
                <c:pt idx="3">
                  <c:v>101.21</c:v>
                </c:pt>
                <c:pt idx="4">
                  <c:v>101.79</c:v>
                </c:pt>
                <c:pt idx="5">
                  <c:v>102.49</c:v>
                </c:pt>
                <c:pt idx="6">
                  <c:v>103.17</c:v>
                </c:pt>
                <c:pt idx="7">
                  <c:v>103.89</c:v>
                </c:pt>
                <c:pt idx="8">
                  <c:v>104.58</c:v>
                </c:pt>
                <c:pt idx="9">
                  <c:v>105.26</c:v>
                </c:pt>
                <c:pt idx="10">
                  <c:v>105.96</c:v>
                </c:pt>
                <c:pt idx="11">
                  <c:v>106.62</c:v>
                </c:pt>
                <c:pt idx="12">
                  <c:v>107.44</c:v>
                </c:pt>
                <c:pt idx="13">
                  <c:v>108.07</c:v>
                </c:pt>
                <c:pt idx="14">
                  <c:v>108.79</c:v>
                </c:pt>
                <c:pt idx="15">
                  <c:v>109.51</c:v>
                </c:pt>
                <c:pt idx="16">
                  <c:v>110.16</c:v>
                </c:pt>
                <c:pt idx="17">
                  <c:v>110.84</c:v>
                </c:pt>
                <c:pt idx="18">
                  <c:v>111.52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Oct 2024</c:v>
                  </c:pt>
                  <c:pt idx="1">
                    <c:v>Nov 2024</c:v>
                  </c:pt>
                  <c:pt idx="2">
                    <c:v>Dec 2024</c:v>
                  </c:pt>
                  <c:pt idx="3">
                    <c:v>Jan 2025</c:v>
                  </c:pt>
                  <c:pt idx="4">
                    <c:v>Feb 2025</c:v>
                  </c:pt>
                  <c:pt idx="5">
                    <c:v>Mar 2025</c:v>
                  </c:pt>
                  <c:pt idx="6">
                    <c:v>Apr 2025</c:v>
                  </c:pt>
                  <c:pt idx="7">
                    <c:v>May 2025</c:v>
                  </c:pt>
                  <c:pt idx="8">
                    <c:v>Jun 2025</c:v>
                  </c:pt>
                  <c:pt idx="9">
                    <c:v>Jul 2025</c:v>
                  </c:pt>
                  <c:pt idx="10">
                    <c:v>Aug 2025</c:v>
                  </c:pt>
                  <c:pt idx="11">
                    <c:v>Sep 2025</c:v>
                  </c:pt>
                  <c:pt idx="12">
                    <c:v>Oct 2025</c:v>
                  </c:pt>
                  <c:pt idx="13">
                    <c:v>Nov 2025</c:v>
                  </c:pt>
                  <c:pt idx="14">
                    <c:v>Dec 2025</c:v>
                  </c:pt>
                  <c:pt idx="15">
                    <c:v>Jan 2026</c:v>
                  </c:pt>
                  <c:pt idx="16">
                    <c:v>Feb 2026</c:v>
                  </c:pt>
                  <c:pt idx="17">
                    <c:v>Mar 2026</c:v>
                  </c:pt>
                  <c:pt idx="18">
                    <c:v>Apr 2026</c:v>
                  </c:pt>
                </c:lvl>
              </c:multiLvlStrCache>
            </c:multiLvl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100</c:v>
                </c:pt>
                <c:pt idx="1">
                  <c:v>100.32</c:v>
                </c:pt>
                <c:pt idx="2">
                  <c:v>100.65</c:v>
                </c:pt>
                <c:pt idx="3">
                  <c:v>100.95</c:v>
                </c:pt>
                <c:pt idx="4">
                  <c:v>101.23</c:v>
                </c:pt>
                <c:pt idx="5">
                  <c:v>101.54</c:v>
                </c:pt>
                <c:pt idx="6">
                  <c:v>101.84</c:v>
                </c:pt>
                <c:pt idx="7">
                  <c:v>102.16</c:v>
                </c:pt>
                <c:pt idx="8">
                  <c:v>102.46</c:v>
                </c:pt>
                <c:pt idx="9">
                  <c:v>102.76</c:v>
                </c:pt>
                <c:pt idx="10">
                  <c:v>103.07</c:v>
                </c:pt>
                <c:pt idx="11">
                  <c:v>103.36</c:v>
                </c:pt>
                <c:pt idx="12">
                  <c:v>103.65</c:v>
                </c:pt>
                <c:pt idx="13">
                  <c:v>103.94</c:v>
                </c:pt>
                <c:pt idx="14">
                  <c:v>104.24</c:v>
                </c:pt>
                <c:pt idx="15">
                  <c:v>104.52</c:v>
                </c:pt>
                <c:pt idx="16">
                  <c:v>104.78</c:v>
                </c:pt>
                <c:pt idx="17">
                  <c:v>105.06</c:v>
                </c:pt>
                <c:pt idx="18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7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77,414,855-8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2024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Presente,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14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Presente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-23.98%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51,69%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43,86%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4,44%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2026-05-19T14:06:17Z</dcterms:created>
  <dcterms:modified xsi:type="dcterms:W3CDTF">2026-05-19T14:06:17Z</dcterms:modified>
</cp:coreProperties>
</file>