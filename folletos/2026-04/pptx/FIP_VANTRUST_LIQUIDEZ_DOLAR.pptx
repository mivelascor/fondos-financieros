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</c:v>
                </c:pt>
                <c:pt idx="1">
                  <c:v>100.03</c:v>
                </c:pt>
                <c:pt idx="2">
                  <c:v>100.08</c:v>
                </c:pt>
                <c:pt idx="3">
                  <c:v>100.14</c:v>
                </c:pt>
                <c:pt idx="4">
                  <c:v>100.27</c:v>
                </c:pt>
                <c:pt idx="5">
                  <c:v>100.47</c:v>
                </c:pt>
                <c:pt idx="6">
                  <c:v>100.69</c:v>
                </c:pt>
                <c:pt idx="7">
                  <c:v>101.01</c:v>
                </c:pt>
                <c:pt idx="8">
                  <c:v>101.36</c:v>
                </c:pt>
                <c:pt idx="9">
                  <c:v>101.79</c:v>
                </c:pt>
                <c:pt idx="10">
                  <c:v>102.28</c:v>
                </c:pt>
                <c:pt idx="11">
                  <c:v>102.84</c:v>
                </c:pt>
                <c:pt idx="12">
                  <c:v>103.57</c:v>
                </c:pt>
                <c:pt idx="13">
                  <c:v>104.33</c:v>
                </c:pt>
                <c:pt idx="14">
                  <c:v>105.13</c:v>
                </c:pt>
                <c:pt idx="15">
                  <c:v>106.07</c:v>
                </c:pt>
                <c:pt idx="16">
                  <c:v>107</c:v>
                </c:pt>
                <c:pt idx="17">
                  <c:v>107.92</c:v>
                </c:pt>
                <c:pt idx="18">
                  <c:v>109.04</c:v>
                </c:pt>
                <c:pt idx="19">
                  <c:v>110.07</c:v>
                </c:pt>
                <c:pt idx="20">
                  <c:v>111.17</c:v>
                </c:pt>
                <c:pt idx="21">
                  <c:v>112.15</c:v>
                </c:pt>
                <c:pt idx="22">
                  <c:v>113.24</c:v>
                </c:pt>
                <c:pt idx="23">
                  <c:v>114.24</c:v>
                </c:pt>
                <c:pt idx="24">
                  <c:v>115.42</c:v>
                </c:pt>
                <c:pt idx="25">
                  <c:v>116.51</c:v>
                </c:pt>
                <c:pt idx="26">
                  <c:v>117.64</c:v>
                </c:pt>
                <c:pt idx="27">
                  <c:v>118.68</c:v>
                </c:pt>
                <c:pt idx="28">
                  <c:v>119.61</c:v>
                </c:pt>
                <c:pt idx="29">
                  <c:v>120.62</c:v>
                </c:pt>
                <c:pt idx="30">
                  <c:v>121.53</c:v>
                </c:pt>
                <c:pt idx="31">
                  <c:v>122.39</c:v>
                </c:pt>
                <c:pt idx="32">
                  <c:v>123.29</c:v>
                </c:pt>
                <c:pt idx="33">
                  <c:v>124.04</c:v>
                </c:pt>
                <c:pt idx="34">
                  <c:v>124.74</c:v>
                </c:pt>
                <c:pt idx="35">
                  <c:v>125.5</c:v>
                </c:pt>
                <c:pt idx="36">
                  <c:v>126.2</c:v>
                </c:pt>
                <c:pt idx="37">
                  <c:v>126.78</c:v>
                </c:pt>
                <c:pt idx="38">
                  <c:v>127.45</c:v>
                </c:pt>
                <c:pt idx="39">
                  <c:v>128.06</c:v>
                </c:pt>
                <c:pt idx="40">
                  <c:v>128.67</c:v>
                </c:pt>
                <c:pt idx="41">
                  <c:v>129.25</c:v>
                </c:pt>
                <c:pt idx="42">
                  <c:v>129.82</c:v>
                </c:pt>
                <c:pt idx="43">
                  <c:v>130.4</c:v>
                </c:pt>
                <c:pt idx="44">
                  <c:v>130.98</c:v>
                </c:pt>
                <c:pt idx="45">
                  <c:v>131.49</c:v>
                </c:pt>
                <c:pt idx="46">
                  <c:v>132.06</c:v>
                </c:pt>
                <c:pt idx="47">
                  <c:v>132.61</c:v>
                </c:pt>
                <c:pt idx="48">
                  <c:v>133.16</c:v>
                </c:pt>
                <c:pt idx="49">
                  <c:v>133.73</c:v>
                </c:pt>
                <c:pt idx="50">
                  <c:v>134.31</c:v>
                </c:pt>
                <c:pt idx="51">
                  <c:v>134.83</c:v>
                </c:pt>
                <c:pt idx="52">
                  <c:v>135.55</c:v>
                </c:pt>
                <c:pt idx="53">
                  <c:v>135.93</c:v>
                </c:pt>
                <c:pt idx="54">
                  <c:v>136.45</c:v>
                </c:pt>
                <c:pt idx="55">
                  <c:v>137.02</c:v>
                </c:pt>
                <c:pt idx="56">
                  <c:v>137.55</c:v>
                </c:pt>
                <c:pt idx="57">
                  <c:v>138.05</c:v>
                </c:pt>
                <c:pt idx="58">
                  <c:v>138.59</c:v>
                </c:pt>
                <c:pt idx="59">
                  <c:v>103.33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</c:v>
                </c:pt>
                <c:pt idx="1">
                  <c:v>100.09</c:v>
                </c:pt>
                <c:pt idx="2">
                  <c:v>100.27</c:v>
                </c:pt>
                <c:pt idx="3">
                  <c:v>100.45</c:v>
                </c:pt>
                <c:pt idx="4">
                  <c:v>100.48</c:v>
                </c:pt>
                <c:pt idx="5">
                  <c:v>100.55</c:v>
                </c:pt>
                <c:pt idx="6">
                  <c:v>100.66</c:v>
                </c:pt>
                <c:pt idx="7">
                  <c:v>100.65</c:v>
                </c:pt>
                <c:pt idx="8">
                  <c:v>100.69</c:v>
                </c:pt>
                <c:pt idx="9">
                  <c:v>100.75</c:v>
                </c:pt>
                <c:pt idx="10">
                  <c:v>100.82</c:v>
                </c:pt>
                <c:pt idx="11">
                  <c:v>100.92</c:v>
                </c:pt>
                <c:pt idx="12">
                  <c:v>101.05</c:v>
                </c:pt>
                <c:pt idx="13">
                  <c:v>101.13</c:v>
                </c:pt>
                <c:pt idx="14">
                  <c:v>101.28</c:v>
                </c:pt>
                <c:pt idx="15">
                  <c:v>101.5</c:v>
                </c:pt>
                <c:pt idx="16">
                  <c:v>101.73</c:v>
                </c:pt>
                <c:pt idx="17">
                  <c:v>101.97</c:v>
                </c:pt>
                <c:pt idx="18">
                  <c:v>102.27</c:v>
                </c:pt>
                <c:pt idx="19">
                  <c:v>102.54</c:v>
                </c:pt>
                <c:pt idx="20">
                  <c:v>102.84</c:v>
                </c:pt>
                <c:pt idx="21">
                  <c:v>103.2</c:v>
                </c:pt>
                <c:pt idx="22">
                  <c:v>103.62</c:v>
                </c:pt>
                <c:pt idx="23">
                  <c:v>104.02</c:v>
                </c:pt>
                <c:pt idx="24">
                  <c:v>104.52</c:v>
                </c:pt>
                <c:pt idx="25">
                  <c:v>104.99</c:v>
                </c:pt>
                <c:pt idx="26">
                  <c:v>105.48</c:v>
                </c:pt>
                <c:pt idx="27">
                  <c:v>105.99</c:v>
                </c:pt>
                <c:pt idx="28">
                  <c:v>106.48</c:v>
                </c:pt>
                <c:pt idx="29">
                  <c:v>106.98</c:v>
                </c:pt>
                <c:pt idx="30">
                  <c:v>107.46</c:v>
                </c:pt>
                <c:pt idx="31">
                  <c:v>107.97</c:v>
                </c:pt>
                <c:pt idx="32">
                  <c:v>108.48</c:v>
                </c:pt>
                <c:pt idx="33">
                  <c:v>108.98</c:v>
                </c:pt>
                <c:pt idx="34">
                  <c:v>109.39</c:v>
                </c:pt>
                <c:pt idx="35">
                  <c:v>109.86</c:v>
                </c:pt>
                <c:pt idx="36">
                  <c:v>110.23</c:v>
                </c:pt>
                <c:pt idx="37">
                  <c:v>110.61</c:v>
                </c:pt>
                <c:pt idx="38">
                  <c:v>111</c:v>
                </c:pt>
                <c:pt idx="39">
                  <c:v>111.41</c:v>
                </c:pt>
                <c:pt idx="40">
                  <c:v>111.81</c:v>
                </c:pt>
                <c:pt idx="41">
                  <c:v>112.18</c:v>
                </c:pt>
                <c:pt idx="42">
                  <c:v>112.57</c:v>
                </c:pt>
                <c:pt idx="43">
                  <c:v>112.9</c:v>
                </c:pt>
                <c:pt idx="44">
                  <c:v>113.18</c:v>
                </c:pt>
                <c:pt idx="45">
                  <c:v>113.48</c:v>
                </c:pt>
                <c:pt idx="46">
                  <c:v>113.9</c:v>
                </c:pt>
                <c:pt idx="47">
                  <c:v>114.27</c:v>
                </c:pt>
                <c:pt idx="48">
                  <c:v>114.67</c:v>
                </c:pt>
                <c:pt idx="49">
                  <c:v>115.21</c:v>
                </c:pt>
                <c:pt idx="50">
                  <c:v>115.76</c:v>
                </c:pt>
                <c:pt idx="51">
                  <c:v>116.33</c:v>
                </c:pt>
                <c:pt idx="52">
                  <c:v>116.9</c:v>
                </c:pt>
                <c:pt idx="53">
                  <c:v>117.46</c:v>
                </c:pt>
                <c:pt idx="54">
                  <c:v>117.99</c:v>
                </c:pt>
                <c:pt idx="55">
                  <c:v>118.54</c:v>
                </c:pt>
                <c:pt idx="56">
                  <c:v>119.02</c:v>
                </c:pt>
                <c:pt idx="57">
                  <c:v>119.5</c:v>
                </c:pt>
                <c:pt idx="58">
                  <c:v>119.99</c:v>
                </c:pt>
                <c:pt idx="59">
                  <c:v>120.49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100.01</c:v>
                </c:pt>
                <c:pt idx="5">
                  <c:v>100.01</c:v>
                </c:pt>
                <c:pt idx="6">
                  <c:v>100.01</c:v>
                </c:pt>
                <c:pt idx="7">
                  <c:v>100.01</c:v>
                </c:pt>
                <c:pt idx="8">
                  <c:v>100.02</c:v>
                </c:pt>
                <c:pt idx="9">
                  <c:v>100.02</c:v>
                </c:pt>
                <c:pt idx="10">
                  <c:v>100.03</c:v>
                </c:pt>
                <c:pt idx="11">
                  <c:v>100.04</c:v>
                </c:pt>
                <c:pt idx="12">
                  <c:v>100.07</c:v>
                </c:pt>
                <c:pt idx="13">
                  <c:v>100.11</c:v>
                </c:pt>
                <c:pt idx="14">
                  <c:v>100.17</c:v>
                </c:pt>
                <c:pt idx="15">
                  <c:v>100.27</c:v>
                </c:pt>
                <c:pt idx="16">
                  <c:v>100.42</c:v>
                </c:pt>
                <c:pt idx="17">
                  <c:v>100.58</c:v>
                </c:pt>
                <c:pt idx="18">
                  <c:v>100.81</c:v>
                </c:pt>
                <c:pt idx="19">
                  <c:v>101.08</c:v>
                </c:pt>
                <c:pt idx="20">
                  <c:v>101.43</c:v>
                </c:pt>
                <c:pt idx="21">
                  <c:v>101.75</c:v>
                </c:pt>
                <c:pt idx="22">
                  <c:v>102.12</c:v>
                </c:pt>
                <c:pt idx="23">
                  <c:v>102.46</c:v>
                </c:pt>
                <c:pt idx="24">
                  <c:v>102.87</c:v>
                </c:pt>
                <c:pt idx="25">
                  <c:v>103.26</c:v>
                </c:pt>
                <c:pt idx="26">
                  <c:v>103.66</c:v>
                </c:pt>
                <c:pt idx="27">
                  <c:v>104.09</c:v>
                </c:pt>
                <c:pt idx="28">
                  <c:v>104.49</c:v>
                </c:pt>
                <c:pt idx="29">
                  <c:v>104.91</c:v>
                </c:pt>
                <c:pt idx="30">
                  <c:v>105.27</c:v>
                </c:pt>
                <c:pt idx="31">
                  <c:v>105.69</c:v>
                </c:pt>
                <c:pt idx="32">
                  <c:v>106.09</c:v>
                </c:pt>
                <c:pt idx="33">
                  <c:v>106.47</c:v>
                </c:pt>
                <c:pt idx="34">
                  <c:v>106.82</c:v>
                </c:pt>
                <c:pt idx="35">
                  <c:v>107.24</c:v>
                </c:pt>
                <c:pt idx="36">
                  <c:v>107.63</c:v>
                </c:pt>
                <c:pt idx="37">
                  <c:v>108.02</c:v>
                </c:pt>
                <c:pt idx="38">
                  <c:v>108.41</c:v>
                </c:pt>
                <c:pt idx="39">
                  <c:v>108.81</c:v>
                </c:pt>
                <c:pt idx="40">
                  <c:v>109.18</c:v>
                </c:pt>
                <c:pt idx="41">
                  <c:v>109.55</c:v>
                </c:pt>
                <c:pt idx="42">
                  <c:v>109.89</c:v>
                </c:pt>
                <c:pt idx="43">
                  <c:v>110.24</c:v>
                </c:pt>
                <c:pt idx="44">
                  <c:v>110.58</c:v>
                </c:pt>
                <c:pt idx="45">
                  <c:v>110.88</c:v>
                </c:pt>
                <c:pt idx="46">
                  <c:v>111.21</c:v>
                </c:pt>
                <c:pt idx="47">
                  <c:v>111.53</c:v>
                </c:pt>
                <c:pt idx="48">
                  <c:v>111.86</c:v>
                </c:pt>
                <c:pt idx="49">
                  <c:v>112.18</c:v>
                </c:pt>
                <c:pt idx="50">
                  <c:v>112.51</c:v>
                </c:pt>
                <c:pt idx="51">
                  <c:v>112.85</c:v>
                </c:pt>
                <c:pt idx="52">
                  <c:v>113.18</c:v>
                </c:pt>
                <c:pt idx="53">
                  <c:v>113.51</c:v>
                </c:pt>
                <c:pt idx="54">
                  <c:v>113.83</c:v>
                </c:pt>
                <c:pt idx="55">
                  <c:v>114.16</c:v>
                </c:pt>
                <c:pt idx="56">
                  <c:v>114.49</c:v>
                </c:pt>
                <c:pt idx="57">
                  <c:v>114.78</c:v>
                </c:pt>
                <c:pt idx="58">
                  <c:v>115.09</c:v>
                </c:pt>
                <c:pt idx="5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2026-05-19T13:58:44Z</dcterms:created>
  <dcterms:modified xsi:type="dcterms:W3CDTF">2026-05-19T13:58:44Z</dcterms:modified>
</cp:coreProperties>
</file>