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1004.92</c:v>
                </c:pt>
                <c:pt idx="2">
                  <c:v>1009.85</c:v>
                </c:pt>
                <c:pt idx="3">
                  <c:v>1014.69</c:v>
                </c:pt>
                <c:pt idx="4">
                  <c:v>1019.26</c:v>
                </c:pt>
                <c:pt idx="5">
                  <c:v>1024.02</c:v>
                </c:pt>
                <c:pt idx="6">
                  <c:v>1028.16</c:v>
                </c:pt>
                <c:pt idx="7">
                  <c:v>1032.31</c:v>
                </c:pt>
                <c:pt idx="8">
                  <c:v>1036.54</c:v>
                </c:pt>
                <c:pt idx="9">
                  <c:v>1040.86</c:v>
                </c:pt>
                <c:pt idx="10">
                  <c:v>1041.64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2026-05-18T17:38:34Z</dcterms:created>
  <dcterms:modified xsi:type="dcterms:W3CDTF">2026-05-18T17:38:34Z</dcterms:modified>
</cp:coreProperties>
</file>