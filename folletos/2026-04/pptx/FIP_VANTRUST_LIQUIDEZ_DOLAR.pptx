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100.49</c:v>
                </c:pt>
                <c:pt idx="2">
                  <c:v>100.98</c:v>
                </c:pt>
                <c:pt idx="3">
                  <c:v>101.47</c:v>
                </c:pt>
                <c:pt idx="4">
                  <c:v>101.93</c:v>
                </c:pt>
                <c:pt idx="5">
                  <c:v>102.4</c:v>
                </c:pt>
                <c:pt idx="6">
                  <c:v>102.82</c:v>
                </c:pt>
                <c:pt idx="7">
                  <c:v>103.23</c:v>
                </c:pt>
                <c:pt idx="8">
                  <c:v>103.65</c:v>
                </c:pt>
                <c:pt idx="9">
                  <c:v>104.09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100.82</c:v>
                </c:pt>
                <c:pt idx="3">
                  <c:v>101.23</c:v>
                </c:pt>
                <c:pt idx="4">
                  <c:v>101.66</c:v>
                </c:pt>
                <c:pt idx="5">
                  <c:v>102.56</c:v>
                </c:pt>
                <c:pt idx="6">
                  <c:v>102.56</c:v>
                </c:pt>
                <c:pt idx="7">
                  <c:v>102.91</c:v>
                </c:pt>
                <c:pt idx="8">
                  <c:v>103.32</c:v>
                </c:pt>
                <c:pt idx="9">
                  <c:v>103.72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2026-05-18T23:40:23Z</dcterms:created>
  <dcterms:modified xsi:type="dcterms:W3CDTF">2026-05-18T23:40:23Z</dcterms:modified>
</cp:coreProperties>
</file>