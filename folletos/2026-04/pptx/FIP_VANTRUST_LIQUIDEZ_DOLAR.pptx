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Dolar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1000.18</c:v>
                </c:pt>
                <c:pt idx="2">
                  <c:v>1000.26</c:v>
                </c:pt>
                <c:pt idx="3">
                  <c:v>1000.44</c:v>
                </c:pt>
                <c:pt idx="4">
                  <c:v>1000.62</c:v>
                </c:pt>
                <c:pt idx="5">
                  <c:v>1000.79</c:v>
                </c:pt>
                <c:pt idx="6">
                  <c:v>1000.97</c:v>
                </c:pt>
                <c:pt idx="7">
                  <c:v>1001.15</c:v>
                </c:pt>
                <c:pt idx="8">
                  <c:v>1001.32</c:v>
                </c:pt>
                <c:pt idx="9">
                  <c:v>1001.41</c:v>
                </c:pt>
                <c:pt idx="10">
                  <c:v>1001.59</c:v>
                </c:pt>
                <c:pt idx="11">
                  <c:v>1001.76</c:v>
                </c:pt>
                <c:pt idx="12">
                  <c:v>1001.94</c:v>
                </c:pt>
                <c:pt idx="13">
                  <c:v>1002.12</c:v>
                </c:pt>
                <c:pt idx="14">
                  <c:v>1002.29</c:v>
                </c:pt>
                <c:pt idx="15">
                  <c:v>1002.38</c:v>
                </c:pt>
                <c:pt idx="16">
                  <c:v>1002.56</c:v>
                </c:pt>
                <c:pt idx="17">
                  <c:v>1002.73</c:v>
                </c:pt>
                <c:pt idx="18">
                  <c:v>1002.91</c:v>
                </c:pt>
                <c:pt idx="19">
                  <c:v>1003.09</c:v>
                </c:pt>
                <c:pt idx="20">
                  <c:v>1003.18</c:v>
                </c:pt>
                <c:pt idx="21">
                  <c:v>1003.35</c:v>
                </c:pt>
                <c:pt idx="22">
                  <c:v>1003.53</c:v>
                </c:pt>
                <c:pt idx="23">
                  <c:v>1003.71</c:v>
                </c:pt>
                <c:pt idx="24">
                  <c:v>1003.88</c:v>
                </c:pt>
                <c:pt idx="25">
                  <c:v>1004.06</c:v>
                </c:pt>
                <c:pt idx="26">
                  <c:v>1004.23</c:v>
                </c:pt>
                <c:pt idx="27">
                  <c:v>1004.41</c:v>
                </c:pt>
                <c:pt idx="28">
                  <c:v>1004.5</c:v>
                </c:pt>
                <c:pt idx="29">
                  <c:v>1004.68</c:v>
                </c:pt>
                <c:pt idx="30">
                  <c:v>1004.85</c:v>
                </c:pt>
                <c:pt idx="31">
                  <c:v>1005.03</c:v>
                </c:pt>
                <c:pt idx="32">
                  <c:v>1005.21</c:v>
                </c:pt>
                <c:pt idx="33">
                  <c:v>1005.38</c:v>
                </c:pt>
                <c:pt idx="34">
                  <c:v>1005.56</c:v>
                </c:pt>
                <c:pt idx="35">
                  <c:v>1005.73</c:v>
                </c:pt>
                <c:pt idx="36">
                  <c:v>1005.82</c:v>
                </c:pt>
                <c:pt idx="37">
                  <c:v>1006.09</c:v>
                </c:pt>
                <c:pt idx="38">
                  <c:v>1006.26</c:v>
                </c:pt>
                <c:pt idx="39">
                  <c:v>1006.44</c:v>
                </c:pt>
                <c:pt idx="40">
                  <c:v>1006.62</c:v>
                </c:pt>
                <c:pt idx="41">
                  <c:v>1006.7</c:v>
                </c:pt>
                <c:pt idx="42">
                  <c:v>1006.88</c:v>
                </c:pt>
                <c:pt idx="43">
                  <c:v>1007.06</c:v>
                </c:pt>
                <c:pt idx="44">
                  <c:v>1007.23</c:v>
                </c:pt>
                <c:pt idx="45">
                  <c:v>1007.41</c:v>
                </c:pt>
                <c:pt idx="46">
                  <c:v>1007.59</c:v>
                </c:pt>
                <c:pt idx="47">
                  <c:v>1007.76</c:v>
                </c:pt>
                <c:pt idx="48">
                  <c:v>1007.94</c:v>
                </c:pt>
                <c:pt idx="49">
                  <c:v>1008.03</c:v>
                </c:pt>
                <c:pt idx="50">
                  <c:v>1008.2</c:v>
                </c:pt>
                <c:pt idx="51">
                  <c:v>1008.38</c:v>
                </c:pt>
                <c:pt idx="52">
                  <c:v>1008.47</c:v>
                </c:pt>
                <c:pt idx="53">
                  <c:v>1008.65</c:v>
                </c:pt>
                <c:pt idx="54">
                  <c:v>1008.73</c:v>
                </c:pt>
                <c:pt idx="55">
                  <c:v>1008.91</c:v>
                </c:pt>
                <c:pt idx="56">
                  <c:v>1009.09</c:v>
                </c:pt>
                <c:pt idx="57">
                  <c:v>1009.26</c:v>
                </c:pt>
                <c:pt idx="58">
                  <c:v>1009.44</c:v>
                </c:pt>
                <c:pt idx="59">
                  <c:v>1009.62</c:v>
                </c:pt>
                <c:pt idx="60">
                  <c:v>1009.88</c:v>
                </c:pt>
                <c:pt idx="61">
                  <c:v>1009.97</c:v>
                </c:pt>
                <c:pt idx="62">
                  <c:v>1010.23</c:v>
                </c:pt>
                <c:pt idx="63">
                  <c:v>1010.32</c:v>
                </c:pt>
                <c:pt idx="64">
                  <c:v>1010.5</c:v>
                </c:pt>
                <c:pt idx="65">
                  <c:v>1010.67</c:v>
                </c:pt>
                <c:pt idx="66">
                  <c:v>1010.85</c:v>
                </c:pt>
                <c:pt idx="67">
                  <c:v>1011.12</c:v>
                </c:pt>
                <c:pt idx="68">
                  <c:v>1011.2</c:v>
                </c:pt>
                <c:pt idx="69">
                  <c:v>1011.47</c:v>
                </c:pt>
                <c:pt idx="70">
                  <c:v>1011.65</c:v>
                </c:pt>
                <c:pt idx="71">
                  <c:v>1011.73</c:v>
                </c:pt>
                <c:pt idx="72">
                  <c:v>1012</c:v>
                </c:pt>
                <c:pt idx="73">
                  <c:v>1012.17</c:v>
                </c:pt>
                <c:pt idx="74">
                  <c:v>1012.35</c:v>
                </c:pt>
                <c:pt idx="75">
                  <c:v>1012.44</c:v>
                </c:pt>
                <c:pt idx="76">
                  <c:v>1012.62</c:v>
                </c:pt>
                <c:pt idx="77">
                  <c:v>1012.79</c:v>
                </c:pt>
                <c:pt idx="78">
                  <c:v>1012.88</c:v>
                </c:pt>
                <c:pt idx="79">
                  <c:v>1013.06</c:v>
                </c:pt>
                <c:pt idx="80">
                  <c:v>1013.23</c:v>
                </c:pt>
                <c:pt idx="81">
                  <c:v>1013.32</c:v>
                </c:pt>
                <c:pt idx="82">
                  <c:v>1013.5</c:v>
                </c:pt>
                <c:pt idx="83">
                  <c:v>1013.59</c:v>
                </c:pt>
                <c:pt idx="84">
                  <c:v>1013.76</c:v>
                </c:pt>
                <c:pt idx="85">
                  <c:v>1013.85</c:v>
                </c:pt>
                <c:pt idx="86">
                  <c:v>1014.03</c:v>
                </c:pt>
                <c:pt idx="87">
                  <c:v>1014.2</c:v>
                </c:pt>
                <c:pt idx="88">
                  <c:v>1014.38</c:v>
                </c:pt>
                <c:pt idx="89">
                  <c:v>1014.47</c:v>
                </c:pt>
                <c:pt idx="90">
                  <c:v>1014.64</c:v>
                </c:pt>
                <c:pt idx="91">
                  <c:v>1014.82</c:v>
                </c:pt>
                <c:pt idx="92">
                  <c:v>1015</c:v>
                </c:pt>
                <c:pt idx="93">
                  <c:v>1015.17</c:v>
                </c:pt>
                <c:pt idx="94">
                  <c:v>1015.35</c:v>
                </c:pt>
                <c:pt idx="95">
                  <c:v>1015.53</c:v>
                </c:pt>
                <c:pt idx="96">
                  <c:v>1015.7</c:v>
                </c:pt>
                <c:pt idx="97">
                  <c:v>1015.88</c:v>
                </c:pt>
                <c:pt idx="98">
                  <c:v>1016.06</c:v>
                </c:pt>
                <c:pt idx="99">
                  <c:v>1016.14</c:v>
                </c:pt>
                <c:pt idx="100">
                  <c:v>1016.32</c:v>
                </c:pt>
                <c:pt idx="101">
                  <c:v>1016.5</c:v>
                </c:pt>
                <c:pt idx="102">
                  <c:v>1016.67</c:v>
                </c:pt>
                <c:pt idx="103">
                  <c:v>1016.85</c:v>
                </c:pt>
                <c:pt idx="104">
                  <c:v>1016.94</c:v>
                </c:pt>
                <c:pt idx="105">
                  <c:v>1017.12</c:v>
                </c:pt>
                <c:pt idx="106">
                  <c:v>1017.29</c:v>
                </c:pt>
                <c:pt idx="107">
                  <c:v>1017.47</c:v>
                </c:pt>
                <c:pt idx="108">
                  <c:v>1017.64</c:v>
                </c:pt>
                <c:pt idx="109">
                  <c:v>1017.82</c:v>
                </c:pt>
                <c:pt idx="110">
                  <c:v>1017.91</c:v>
                </c:pt>
                <c:pt idx="111">
                  <c:v>1018.09</c:v>
                </c:pt>
                <c:pt idx="112">
                  <c:v>1018.26</c:v>
                </c:pt>
                <c:pt idx="113">
                  <c:v>1018.44</c:v>
                </c:pt>
                <c:pt idx="114">
                  <c:v>1018.53</c:v>
                </c:pt>
                <c:pt idx="115">
                  <c:v>1018.7</c:v>
                </c:pt>
                <c:pt idx="116">
                  <c:v>1018.79</c:v>
                </c:pt>
                <c:pt idx="117">
                  <c:v>1018.97</c:v>
                </c:pt>
                <c:pt idx="118">
                  <c:v>1019.14</c:v>
                </c:pt>
                <c:pt idx="119">
                  <c:v>1019.23</c:v>
                </c:pt>
                <c:pt idx="120">
                  <c:v>1019.41</c:v>
                </c:pt>
                <c:pt idx="121">
                  <c:v>1019.5</c:v>
                </c:pt>
                <c:pt idx="122">
                  <c:v>1019.67</c:v>
                </c:pt>
                <c:pt idx="123">
                  <c:v>1019.85</c:v>
                </c:pt>
                <c:pt idx="124">
                  <c:v>1020.03</c:v>
                </c:pt>
                <c:pt idx="125">
                  <c:v>1020.11</c:v>
                </c:pt>
                <c:pt idx="126">
                  <c:v>1020.29</c:v>
                </c:pt>
                <c:pt idx="127">
                  <c:v>1020.38</c:v>
                </c:pt>
                <c:pt idx="128">
                  <c:v>1020.56</c:v>
                </c:pt>
                <c:pt idx="129">
                  <c:v>1020.64</c:v>
                </c:pt>
                <c:pt idx="130">
                  <c:v>1020.82</c:v>
                </c:pt>
                <c:pt idx="131">
                  <c:v>1021</c:v>
                </c:pt>
                <c:pt idx="132">
                  <c:v>1021.09</c:v>
                </c:pt>
                <c:pt idx="133">
                  <c:v>1021.26</c:v>
                </c:pt>
                <c:pt idx="134">
                  <c:v>1021.44</c:v>
                </c:pt>
                <c:pt idx="135">
                  <c:v>1021.61</c:v>
                </c:pt>
                <c:pt idx="136">
                  <c:v>1021.79</c:v>
                </c:pt>
                <c:pt idx="137">
                  <c:v>1021.97</c:v>
                </c:pt>
                <c:pt idx="138">
                  <c:v>1022.06</c:v>
                </c:pt>
                <c:pt idx="139">
                  <c:v>1022.23</c:v>
                </c:pt>
                <c:pt idx="140">
                  <c:v>1022.41</c:v>
                </c:pt>
                <c:pt idx="141">
                  <c:v>1022.5</c:v>
                </c:pt>
                <c:pt idx="142">
                  <c:v>1022.67</c:v>
                </c:pt>
                <c:pt idx="143">
                  <c:v>1022.85</c:v>
                </c:pt>
                <c:pt idx="144">
                  <c:v>1022.94</c:v>
                </c:pt>
                <c:pt idx="145">
                  <c:v>1023.11</c:v>
                </c:pt>
                <c:pt idx="146">
                  <c:v>1023.29</c:v>
                </c:pt>
                <c:pt idx="147">
                  <c:v>1023.47</c:v>
                </c:pt>
                <c:pt idx="148">
                  <c:v>1023.64</c:v>
                </c:pt>
                <c:pt idx="149">
                  <c:v>1023.73</c:v>
                </c:pt>
                <c:pt idx="150">
                  <c:v>1023.91</c:v>
                </c:pt>
                <c:pt idx="151">
                  <c:v>1024.08</c:v>
                </c:pt>
                <c:pt idx="152">
                  <c:v>1024.26</c:v>
                </c:pt>
                <c:pt idx="153">
                  <c:v>1024.44</c:v>
                </c:pt>
                <c:pt idx="154">
                  <c:v>1024.53</c:v>
                </c:pt>
                <c:pt idx="155">
                  <c:v>1024.7</c:v>
                </c:pt>
                <c:pt idx="156">
                  <c:v>1024.79</c:v>
                </c:pt>
                <c:pt idx="157">
                  <c:v>1024.97</c:v>
                </c:pt>
                <c:pt idx="158">
                  <c:v>1025.06</c:v>
                </c:pt>
                <c:pt idx="159">
                  <c:v>1025.23</c:v>
                </c:pt>
                <c:pt idx="160">
                  <c:v>1025.32</c:v>
                </c:pt>
                <c:pt idx="161">
                  <c:v>1025.5</c:v>
                </c:pt>
                <c:pt idx="162">
                  <c:v>1025.58</c:v>
                </c:pt>
                <c:pt idx="163">
                  <c:v>1025.67</c:v>
                </c:pt>
                <c:pt idx="164">
                  <c:v>1025.85</c:v>
                </c:pt>
                <c:pt idx="165">
                  <c:v>1025.94</c:v>
                </c:pt>
                <c:pt idx="166">
                  <c:v>1026.11</c:v>
                </c:pt>
                <c:pt idx="167">
                  <c:v>1026.2</c:v>
                </c:pt>
                <c:pt idx="168">
                  <c:v>1026.29</c:v>
                </c:pt>
                <c:pt idx="169">
                  <c:v>1026.38</c:v>
                </c:pt>
                <c:pt idx="170">
                  <c:v>1026.55</c:v>
                </c:pt>
                <c:pt idx="171">
                  <c:v>1026.73</c:v>
                </c:pt>
                <c:pt idx="172">
                  <c:v>1026.91</c:v>
                </c:pt>
                <c:pt idx="173">
                  <c:v>1027</c:v>
                </c:pt>
                <c:pt idx="174">
                  <c:v>1027.17</c:v>
                </c:pt>
                <c:pt idx="175">
                  <c:v>1027.35</c:v>
                </c:pt>
                <c:pt idx="176">
                  <c:v>1027.44</c:v>
                </c:pt>
                <c:pt idx="177">
                  <c:v>1027.61</c:v>
                </c:pt>
                <c:pt idx="178">
                  <c:v>1027.79</c:v>
                </c:pt>
                <c:pt idx="179">
                  <c:v>1027.97</c:v>
                </c:pt>
                <c:pt idx="180">
                  <c:v>1028.14</c:v>
                </c:pt>
                <c:pt idx="181">
                  <c:v>1028.32</c:v>
                </c:pt>
                <c:pt idx="182">
                  <c:v>1028.41</c:v>
                </c:pt>
                <c:pt idx="183">
                  <c:v>1028.58</c:v>
                </c:pt>
                <c:pt idx="184">
                  <c:v>1028.76</c:v>
                </c:pt>
                <c:pt idx="185">
                  <c:v>1028.94</c:v>
                </c:pt>
                <c:pt idx="186">
                  <c:v>1029.11</c:v>
                </c:pt>
                <c:pt idx="187">
                  <c:v>1029.2</c:v>
                </c:pt>
                <c:pt idx="188">
                  <c:v>1029.38</c:v>
                </c:pt>
                <c:pt idx="189">
                  <c:v>1029.47</c:v>
                </c:pt>
                <c:pt idx="190">
                  <c:v>1029.55</c:v>
                </c:pt>
                <c:pt idx="191">
                  <c:v>1029.73</c:v>
                </c:pt>
                <c:pt idx="192">
                  <c:v>1029.82</c:v>
                </c:pt>
                <c:pt idx="193">
                  <c:v>1030</c:v>
                </c:pt>
                <c:pt idx="194">
                  <c:v>1030.08</c:v>
                </c:pt>
                <c:pt idx="195">
                  <c:v>1030.17</c:v>
                </c:pt>
                <c:pt idx="196">
                  <c:v>1030.44</c:v>
                </c:pt>
                <c:pt idx="197">
                  <c:v>1030.61</c:v>
                </c:pt>
                <c:pt idx="198">
                  <c:v>1030.79</c:v>
                </c:pt>
                <c:pt idx="199">
                  <c:v>1030.97</c:v>
                </c:pt>
                <c:pt idx="200">
                  <c:v>1031.14</c:v>
                </c:pt>
                <c:pt idx="201">
                  <c:v>1031.23</c:v>
                </c:pt>
                <c:pt idx="202">
                  <c:v>1031.41</c:v>
                </c:pt>
                <c:pt idx="203">
                  <c:v>1031.58</c:v>
                </c:pt>
                <c:pt idx="204">
                  <c:v>1031.76</c:v>
                </c:pt>
                <c:pt idx="205">
                  <c:v>1031.94</c:v>
                </c:pt>
                <c:pt idx="206">
                  <c:v>1032.02</c:v>
                </c:pt>
                <c:pt idx="207">
                  <c:v>1032.2</c:v>
                </c:pt>
                <c:pt idx="208">
                  <c:v>1032.38</c:v>
                </c:pt>
                <c:pt idx="209">
                  <c:v>1032.55</c:v>
                </c:pt>
                <c:pt idx="210">
                  <c:v>1032.64</c:v>
                </c:pt>
                <c:pt idx="211">
                  <c:v>1032.82</c:v>
                </c:pt>
                <c:pt idx="212">
                  <c:v>1033</c:v>
                </c:pt>
                <c:pt idx="213">
                  <c:v>1033.17</c:v>
                </c:pt>
                <c:pt idx="214">
                  <c:v>1033.26</c:v>
                </c:pt>
                <c:pt idx="215">
                  <c:v>1033.44</c:v>
                </c:pt>
                <c:pt idx="216">
                  <c:v>1033.61</c:v>
                </c:pt>
                <c:pt idx="217">
                  <c:v>1033.7</c:v>
                </c:pt>
                <c:pt idx="218">
                  <c:v>1033.88</c:v>
                </c:pt>
                <c:pt idx="219">
                  <c:v>1033.97</c:v>
                </c:pt>
                <c:pt idx="220">
                  <c:v>1034.14</c:v>
                </c:pt>
                <c:pt idx="221">
                  <c:v>1034.23</c:v>
                </c:pt>
                <c:pt idx="222">
                  <c:v>1034.41</c:v>
                </c:pt>
                <c:pt idx="223">
                  <c:v>1034.49</c:v>
                </c:pt>
                <c:pt idx="224">
                  <c:v>1034.67</c:v>
                </c:pt>
                <c:pt idx="225">
                  <c:v>1034.76</c:v>
                </c:pt>
                <c:pt idx="226">
                  <c:v>1034.94</c:v>
                </c:pt>
                <c:pt idx="227">
                  <c:v>1035.02</c:v>
                </c:pt>
                <c:pt idx="228">
                  <c:v>1035.2</c:v>
                </c:pt>
                <c:pt idx="229">
                  <c:v>1035.29</c:v>
                </c:pt>
                <c:pt idx="230">
                  <c:v>1035.47</c:v>
                </c:pt>
                <c:pt idx="231">
                  <c:v>1035.64</c:v>
                </c:pt>
                <c:pt idx="232">
                  <c:v>1035.73</c:v>
                </c:pt>
                <c:pt idx="233">
                  <c:v>1035.91</c:v>
                </c:pt>
                <c:pt idx="234">
                  <c:v>1035.99</c:v>
                </c:pt>
                <c:pt idx="235">
                  <c:v>1036.17</c:v>
                </c:pt>
                <c:pt idx="236">
                  <c:v>1036.26</c:v>
                </c:pt>
                <c:pt idx="237">
                  <c:v>1036.44</c:v>
                </c:pt>
                <c:pt idx="238">
                  <c:v>1036.61</c:v>
                </c:pt>
                <c:pt idx="239">
                  <c:v>1036.7</c:v>
                </c:pt>
                <c:pt idx="240">
                  <c:v>1036.88</c:v>
                </c:pt>
                <c:pt idx="241">
                  <c:v>1037.05</c:v>
                </c:pt>
                <c:pt idx="242">
                  <c:v>1037.14</c:v>
                </c:pt>
                <c:pt idx="243">
                  <c:v>1037.32</c:v>
                </c:pt>
                <c:pt idx="244">
                  <c:v>1037.49</c:v>
                </c:pt>
                <c:pt idx="245">
                  <c:v>1037.58</c:v>
                </c:pt>
                <c:pt idx="246">
                  <c:v>1037.76</c:v>
                </c:pt>
                <c:pt idx="247">
                  <c:v>1037.94</c:v>
                </c:pt>
                <c:pt idx="248">
                  <c:v>1038.11</c:v>
                </c:pt>
                <c:pt idx="249">
                  <c:v>1038.2</c:v>
                </c:pt>
                <c:pt idx="250">
                  <c:v>1038.38</c:v>
                </c:pt>
                <c:pt idx="251">
                  <c:v>1038.55</c:v>
                </c:pt>
                <c:pt idx="252">
                  <c:v>1038.73</c:v>
                </c:pt>
                <c:pt idx="253">
                  <c:v>1038.82</c:v>
                </c:pt>
                <c:pt idx="254">
                  <c:v>1038.99</c:v>
                </c:pt>
                <c:pt idx="255">
                  <c:v>1039.17</c:v>
                </c:pt>
                <c:pt idx="256">
                  <c:v>1039.26</c:v>
                </c:pt>
                <c:pt idx="257">
                  <c:v>1039.44</c:v>
                </c:pt>
                <c:pt idx="258">
                  <c:v>1039.61</c:v>
                </c:pt>
                <c:pt idx="259">
                  <c:v>1039.79</c:v>
                </c:pt>
                <c:pt idx="260">
                  <c:v>1039.88</c:v>
                </c:pt>
                <c:pt idx="261">
                  <c:v>1040.05</c:v>
                </c:pt>
                <c:pt idx="262">
                  <c:v>1040.23</c:v>
                </c:pt>
                <c:pt idx="263">
                  <c:v>1040.32</c:v>
                </c:pt>
                <c:pt idx="264">
                  <c:v>1040.49</c:v>
                </c:pt>
                <c:pt idx="265">
                  <c:v>1040.67</c:v>
                </c:pt>
                <c:pt idx="266">
                  <c:v>1040.76</c:v>
                </c:pt>
                <c:pt idx="267">
                  <c:v>1040.94</c:v>
                </c:pt>
                <c:pt idx="268">
                  <c:v>1041.11</c:v>
                </c:pt>
                <c:pt idx="269">
                  <c:v>1041.2</c:v>
                </c:pt>
                <c:pt idx="270">
                  <c:v>1041.38</c:v>
                </c:pt>
                <c:pt idx="271">
                  <c:v>1041.46</c:v>
                </c:pt>
                <c:pt idx="272">
                  <c:v>1041.64</c:v>
                </c:pt>
                <c:pt idx="273">
                  <c:v>1041.82</c:v>
                </c:pt>
                <c:pt idx="274">
                  <c:v>1041.91</c:v>
                </c:pt>
                <c:pt idx="275">
                  <c:v>1042.08</c:v>
                </c:pt>
                <c:pt idx="276">
                  <c:v>1042.26</c:v>
                </c:pt>
                <c:pt idx="277">
                  <c:v>1042.43</c:v>
                </c:pt>
                <c:pt idx="278">
                  <c:v>1042.52</c:v>
                </c:pt>
                <c:pt idx="279">
                  <c:v>1042.7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954.34</c:v>
                </c:pt>
                <c:pt idx="2">
                  <c:v>954.34</c:v>
                </c:pt>
                <c:pt idx="3">
                  <c:v>954.34</c:v>
                </c:pt>
                <c:pt idx="4">
                  <c:v>954.34</c:v>
                </c:pt>
                <c:pt idx="5">
                  <c:v>930.42</c:v>
                </c:pt>
                <c:pt idx="6">
                  <c:v>904.11</c:v>
                </c:pt>
                <c:pt idx="7">
                  <c:v>904.11</c:v>
                </c:pt>
                <c:pt idx="8">
                  <c:v>904.11</c:v>
                </c:pt>
                <c:pt idx="9">
                  <c:v>904.11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1003.01</c:v>
                </c:pt>
                <c:pt idx="2">
                  <c:v>1005.93</c:v>
                </c:pt>
                <c:pt idx="3">
                  <c:v>1008.9</c:v>
                </c:pt>
                <c:pt idx="4">
                  <c:v>1011.73</c:v>
                </c:pt>
                <c:pt idx="5">
                  <c:v>1014.66</c:v>
                </c:pt>
                <c:pt idx="6">
                  <c:v>1017.58</c:v>
                </c:pt>
                <c:pt idx="7">
                  <c:v>1020.16</c:v>
                </c:pt>
                <c:pt idx="8">
                  <c:v>1022.94</c:v>
                </c:pt>
                <c:pt idx="9">
                  <c:v>1025.63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858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6285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6694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58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54126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6052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DOLAR, es la tasa de politica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6476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" y="7351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USD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Dolar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41248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56032"/>
                <a:gridCol w="283464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-93.32%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DOLAR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19,12%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35,18%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14,54%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31,16%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2026-05-16T00:09:52Z</dcterms:created>
  <dcterms:modified xsi:type="dcterms:W3CDTF">2026-05-16T00:09:52Z</dcterms:modified>
</cp:coreProperties>
</file>