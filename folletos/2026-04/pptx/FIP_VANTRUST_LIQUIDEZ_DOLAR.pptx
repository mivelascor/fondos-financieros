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519.78</c:v>
                </c:pt>
                <c:pt idx="1">
                  <c:v>522.32</c:v>
                </c:pt>
                <c:pt idx="2">
                  <c:v>523.75</c:v>
                </c:pt>
                <c:pt idx="3">
                  <c:v>524.58</c:v>
                </c:pt>
                <c:pt idx="4">
                  <c:v>525.18</c:v>
                </c:pt>
                <c:pt idx="5">
                  <c:v>525.63</c:v>
                </c:pt>
                <c:pt idx="6">
                  <c:v>525.88</c:v>
                </c:pt>
                <c:pt idx="7">
                  <c:v>526.1</c:v>
                </c:pt>
                <c:pt idx="8">
                  <c:v>526.32</c:v>
                </c:pt>
                <c:pt idx="9">
                  <c:v>526.54</c:v>
                </c:pt>
                <c:pt idx="10">
                  <c:v>526.76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DOLAR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1000</c:v>
                </c:pt>
                <c:pt idx="1">
                  <c:v>1004.92</c:v>
                </c:pt>
                <c:pt idx="2">
                  <c:v>1009.85</c:v>
                </c:pt>
                <c:pt idx="3">
                  <c:v>1014.69</c:v>
                </c:pt>
                <c:pt idx="4">
                  <c:v>1019.26</c:v>
                </c:pt>
                <c:pt idx="5">
                  <c:v>1024.02</c:v>
                </c:pt>
                <c:pt idx="6">
                  <c:v>1028.16</c:v>
                </c:pt>
                <c:pt idx="7">
                  <c:v>1032.31</c:v>
                </c:pt>
                <c:pt idx="8">
                  <c:v>1036.54</c:v>
                </c:pt>
                <c:pt idx="9">
                  <c:v>1040.86</c:v>
                </c:pt>
                <c:pt idx="10">
                  <c:v>1041.64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Sheet1!$A$2:$A$12</c:f>
              <c:multiLvlStrCache>
                <c:ptCount val="11"/>
                <c:lvl>
                  <c:pt idx="0">
                    <c:v>2025-07-31</c:v>
                  </c:pt>
                  <c:pt idx="1">
                    <c:v>2025-08-31</c:v>
                  </c:pt>
                  <c:pt idx="2">
                    <c:v>2025-09-30</c:v>
                  </c:pt>
                  <c:pt idx="3">
                    <c:v>2025-10-31</c:v>
                  </c:pt>
                  <c:pt idx="4">
                    <c:v>2025-11-30</c:v>
                  </c:pt>
                  <c:pt idx="5">
                    <c:v>2025-12-31</c:v>
                  </c:pt>
                  <c:pt idx="6">
                    <c:v>2026-01-31</c:v>
                  </c:pt>
                  <c:pt idx="7">
                    <c:v>2026-02-28</c:v>
                  </c:pt>
                  <c:pt idx="8">
                    <c:v>2026-03-31</c:v>
                  </c:pt>
                  <c:pt idx="9">
                    <c:v>2026-04-30</c:v>
                  </c:pt>
                  <c:pt idx="10">
                    <c:v>2026-05-31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982.84</c:v>
                </c:pt>
                <c:pt idx="1">
                  <c:v>982.84</c:v>
                </c:pt>
                <c:pt idx="2">
                  <c:v>985.55</c:v>
                </c:pt>
                <c:pt idx="3">
                  <c:v>988.48</c:v>
                </c:pt>
                <c:pt idx="4">
                  <c:v>991.3</c:v>
                </c:pt>
                <c:pt idx="5">
                  <c:v>994.2</c:v>
                </c:pt>
                <c:pt idx="6">
                  <c:v>997.03</c:v>
                </c:pt>
                <c:pt idx="7">
                  <c:v>1000</c:v>
                </c:pt>
                <c:pt idx="8">
                  <c:v>1003.01</c:v>
                </c:pt>
                <c:pt idx="9">
                  <c:v>1005.93</c:v>
                </c:pt>
                <c:pt idx="10">
                  <c:v>1008.9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504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Dolar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77.270.966-8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 2022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0,1785%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Dolar,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11 USD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Dolar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1,24%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2,58%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3,71%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0.29%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DOLAR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0.40%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0.42%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USD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19,12%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35,18%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14,54%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31,16%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2026-05-18T17:46:28Z</dcterms:created>
  <dcterms:modified xsi:type="dcterms:W3CDTF">2026-05-18T17:46:28Z</dcterms:modified>
</cp:coreProperties>
</file>