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Dolar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1000</c:v>
                </c:pt>
                <c:pt idx="1">
                  <c:v>1005.03</c:v>
                </c:pt>
                <c:pt idx="2">
                  <c:v>1010.06</c:v>
                </c:pt>
                <c:pt idx="3">
                  <c:v>1015</c:v>
                </c:pt>
                <c:pt idx="4">
                  <c:v>1019.67</c:v>
                </c:pt>
                <c:pt idx="5">
                  <c:v>1024.35</c:v>
                </c:pt>
                <c:pt idx="6">
                  <c:v>1028.76</c:v>
                </c:pt>
                <c:pt idx="7">
                  <c:v>1032.99</c:v>
                </c:pt>
                <c:pt idx="8">
                  <c:v>1037.31</c:v>
                </c:pt>
                <c:pt idx="9">
                  <c:v>1041.72</c:v>
                </c:pt>
                <c:pt idx="10">
                  <c:v>1042.52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1008.08</c:v>
                </c:pt>
                <c:pt idx="2">
                  <c:v>1020.29</c:v>
                </c:pt>
                <c:pt idx="3">
                  <c:v>1031.83</c:v>
                </c:pt>
                <c:pt idx="4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Dolar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DOLAR,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2 USD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175564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508760" y="1755648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167,34%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28600" y="20665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21579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59152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239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153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439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1 mes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439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6344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1-3 meses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6344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88289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3-4 meses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88289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0235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de 4 meses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0235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2026-05-14T22:15:44Z</dcterms:created>
  <dcterms:modified xsi:type="dcterms:W3CDTF">2026-05-14T22:15:44Z</dcterms:modified>
</cp:coreProperties>
</file>