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ICP Nom.</c:v>
                </c:pt>
              </c:strCache>
            </c:strRef>
          </c:tx>
          <c:spPr>
            <a:solidFill>
              <a:srgbClr val="999999"/>
            </a:solidFill>
            <a:ln w="15240" cap="flat">
              <a:solidFill>
                <a:srgbClr val="9999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99999"/>
              </a:solidFill>
              <a:ln w="9525" cap="flat">
                <a:solidFill>
                  <a:srgbClr val="9999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Sheet1!$A$2:$A$95</c:f>
              <c:multiLvlStrCache>
                <c:ptCount val="94"/>
                <c:lvl>
                  <c:pt idx="0">
                    <c:v>Apr 2017</c:v>
                  </c:pt>
                  <c:pt idx="1">
                    <c:v>May 2017</c:v>
                  </c:pt>
                  <c:pt idx="2">
                    <c:v>Jun 2017</c:v>
                  </c:pt>
                  <c:pt idx="3">
                    <c:v>Jul 2017</c:v>
                  </c:pt>
                  <c:pt idx="4">
                    <c:v>Aug 2017</c:v>
                  </c:pt>
                  <c:pt idx="5">
                    <c:v>Sep 2017</c:v>
                  </c:pt>
                  <c:pt idx="6">
                    <c:v>Oct 2017</c:v>
                  </c:pt>
                  <c:pt idx="7">
                    <c:v>Nov 2017</c:v>
                  </c:pt>
                  <c:pt idx="8">
                    <c:v>Dec 2017</c:v>
                  </c:pt>
                  <c:pt idx="9">
                    <c:v>Jan 2018</c:v>
                  </c:pt>
                  <c:pt idx="10">
                    <c:v>Feb 2018</c:v>
                  </c:pt>
                  <c:pt idx="11">
                    <c:v>Mar 2018</c:v>
                  </c:pt>
                  <c:pt idx="12">
                    <c:v>Apr 2018</c:v>
                  </c:pt>
                  <c:pt idx="13">
                    <c:v>May 2018</c:v>
                  </c:pt>
                  <c:pt idx="14">
                    <c:v>Jun 2018</c:v>
                  </c:pt>
                  <c:pt idx="15">
                    <c:v>Jul 2018</c:v>
                  </c:pt>
                  <c:pt idx="16">
                    <c:v>Aug 2018</c:v>
                  </c:pt>
                  <c:pt idx="17">
                    <c:v>Sep 2018</c:v>
                  </c:pt>
                  <c:pt idx="18">
                    <c:v>Oct 2018</c:v>
                  </c:pt>
                  <c:pt idx="19">
                    <c:v>Nov 2018</c:v>
                  </c:pt>
                  <c:pt idx="20">
                    <c:v>Dec 2018</c:v>
                  </c:pt>
                  <c:pt idx="21">
                    <c:v>Jan 2019</c:v>
                  </c:pt>
                  <c:pt idx="22">
                    <c:v>Feb 2019</c:v>
                  </c:pt>
                  <c:pt idx="23">
                    <c:v>Mar 2019</c:v>
                  </c:pt>
                  <c:pt idx="24">
                    <c:v>Apr 2019</c:v>
                  </c:pt>
                  <c:pt idx="25">
                    <c:v>May 2019</c:v>
                  </c:pt>
                  <c:pt idx="26">
                    <c:v>Jun 2019</c:v>
                  </c:pt>
                  <c:pt idx="27">
                    <c:v>Jul 2019</c:v>
                  </c:pt>
                  <c:pt idx="28">
                    <c:v>Aug 2019</c:v>
                  </c:pt>
                  <c:pt idx="29">
                    <c:v>Sep 2019</c:v>
                  </c:pt>
                  <c:pt idx="30">
                    <c:v>Oct 2019</c:v>
                  </c:pt>
                  <c:pt idx="31">
                    <c:v>Nov 2019</c:v>
                  </c:pt>
                  <c:pt idx="32">
                    <c:v>Dec 2019</c:v>
                  </c:pt>
                  <c:pt idx="33">
                    <c:v>Jan 2020</c:v>
                  </c:pt>
                  <c:pt idx="34">
                    <c:v>Feb 2020</c:v>
                  </c:pt>
                  <c:pt idx="35">
                    <c:v>Mar 2020</c:v>
                  </c:pt>
                  <c:pt idx="36">
                    <c:v>Apr 2020</c:v>
                  </c:pt>
                  <c:pt idx="37">
                    <c:v>May 2020</c:v>
                  </c:pt>
                  <c:pt idx="38">
                    <c:v>Jun 2020</c:v>
                  </c:pt>
                  <c:pt idx="39">
                    <c:v>Jul 2020</c:v>
                  </c:pt>
                  <c:pt idx="40">
                    <c:v>Aug 2020</c:v>
                  </c:pt>
                  <c:pt idx="41">
                    <c:v>Sep 2020</c:v>
                  </c:pt>
                  <c:pt idx="42">
                    <c:v>Oct 2020</c:v>
                  </c:pt>
                  <c:pt idx="43">
                    <c:v>Nov 2020</c:v>
                  </c:pt>
                  <c:pt idx="44">
                    <c:v>Dec 2020</c:v>
                  </c:pt>
                  <c:pt idx="45">
                    <c:v>Jan 2021</c:v>
                  </c:pt>
                  <c:pt idx="46">
                    <c:v>Feb 2021</c:v>
                  </c:pt>
                  <c:pt idx="47">
                    <c:v>Mar 2021</c:v>
                  </c:pt>
                  <c:pt idx="48">
                    <c:v>Apr 2021</c:v>
                  </c:pt>
                  <c:pt idx="49">
                    <c:v>May 2021</c:v>
                  </c:pt>
                  <c:pt idx="50">
                    <c:v>Jun 2021</c:v>
                  </c:pt>
                  <c:pt idx="51">
                    <c:v>Jul 2021</c:v>
                  </c:pt>
                  <c:pt idx="52">
                    <c:v>Aug 2021</c:v>
                  </c:pt>
                  <c:pt idx="53">
                    <c:v>Sep 2021</c:v>
                  </c:pt>
                  <c:pt idx="54">
                    <c:v>Oct 2021</c:v>
                  </c:pt>
                  <c:pt idx="55">
                    <c:v>Nov 2021</c:v>
                  </c:pt>
                  <c:pt idx="56">
                    <c:v>Dec 2021</c:v>
                  </c:pt>
                  <c:pt idx="57">
                    <c:v>Jan 2022</c:v>
                  </c:pt>
                  <c:pt idx="58">
                    <c:v>Feb 2022</c:v>
                  </c:pt>
                  <c:pt idx="59">
                    <c:v>Mar 2022</c:v>
                  </c:pt>
                  <c:pt idx="60">
                    <c:v>Apr 2022</c:v>
                  </c:pt>
                  <c:pt idx="61">
                    <c:v>May 2022</c:v>
                  </c:pt>
                  <c:pt idx="62">
                    <c:v>Jun 2022</c:v>
                  </c:pt>
                  <c:pt idx="63">
                    <c:v>Jul 2022</c:v>
                  </c:pt>
                  <c:pt idx="64">
                    <c:v>Aug 2022</c:v>
                  </c:pt>
                  <c:pt idx="65">
                    <c:v>Sep 2022</c:v>
                  </c:pt>
                  <c:pt idx="66">
                    <c:v>Oct 2022</c:v>
                  </c:pt>
                  <c:pt idx="67">
                    <c:v>Nov 2022</c:v>
                  </c:pt>
                  <c:pt idx="68">
                    <c:v>Dec 2022</c:v>
                  </c:pt>
                  <c:pt idx="69">
                    <c:v>Jan 2023</c:v>
                  </c:pt>
                  <c:pt idx="70">
                    <c:v>Feb 2023</c:v>
                  </c:pt>
                  <c:pt idx="71">
                    <c:v>Mar 2023</c:v>
                  </c:pt>
                  <c:pt idx="72">
                    <c:v>Apr 2023</c:v>
                  </c:pt>
                  <c:pt idx="73">
                    <c:v>May 2023</c:v>
                  </c:pt>
                  <c:pt idx="74">
                    <c:v>Jun 2023</c:v>
                  </c:pt>
                  <c:pt idx="75">
                    <c:v>Jul 2023</c:v>
                  </c:pt>
                  <c:pt idx="76">
                    <c:v>Aug 2023</c:v>
                  </c:pt>
                  <c:pt idx="77">
                    <c:v>Sep 2023</c:v>
                  </c:pt>
                  <c:pt idx="78">
                    <c:v>Oct 2023</c:v>
                  </c:pt>
                  <c:pt idx="79">
                    <c:v>Nov 2023</c:v>
                  </c:pt>
                  <c:pt idx="80">
                    <c:v>Dec 2023</c:v>
                  </c:pt>
                  <c:pt idx="81">
                    <c:v>Jan 2024</c:v>
                  </c:pt>
                  <c:pt idx="82">
                    <c:v>Feb 2024</c:v>
                  </c:pt>
                  <c:pt idx="83">
                    <c:v>Mar 2024</c:v>
                  </c:pt>
                  <c:pt idx="84">
                    <c:v>Apr 2024</c:v>
                  </c:pt>
                  <c:pt idx="85">
                    <c:v>May 2024</c:v>
                  </c:pt>
                  <c:pt idx="86">
                    <c:v>Jun 2024</c:v>
                  </c:pt>
                  <c:pt idx="87">
                    <c:v>Jul 2024</c:v>
                  </c:pt>
                  <c:pt idx="88">
                    <c:v>Aug 2024</c:v>
                  </c:pt>
                  <c:pt idx="89">
                    <c:v>Sep 2024</c:v>
                  </c:pt>
                  <c:pt idx="90">
                    <c:v>Oct 2024</c:v>
                  </c:pt>
                  <c:pt idx="91">
                    <c:v>Nov 2024</c:v>
                  </c:pt>
                  <c:pt idx="92">
                    <c:v>Dec 2024</c:v>
                  </c:pt>
                  <c:pt idx="93">
                    <c:v>Jan 2025</c:v>
                  </c:pt>
                </c:lvl>
              </c:multiLvlStrCache>
            </c:multiLvlStrRef>
          </c:cat>
          <c:val>
            <c:numRef>
              <c:f>Sheet1!$B$2:$B$95</c:f>
              <c:numCache>
                <c:formatCode>General</c:formatCode>
                <c:ptCount val="94"/>
                <c:pt idx="0">
                  <c:v>100</c:v>
                </c:pt>
                <c:pt idx="1">
                  <c:v>100.24</c:v>
                </c:pt>
                <c:pt idx="2">
                  <c:v>100.45</c:v>
                </c:pt>
                <c:pt idx="3">
                  <c:v>100.67</c:v>
                </c:pt>
                <c:pt idx="4">
                  <c:v>100.89</c:v>
                </c:pt>
                <c:pt idx="5">
                  <c:v>101.1</c:v>
                </c:pt>
                <c:pt idx="6">
                  <c:v>101.31</c:v>
                </c:pt>
                <c:pt idx="7">
                  <c:v>101.53</c:v>
                </c:pt>
                <c:pt idx="8">
                  <c:v>101.62</c:v>
                </c:pt>
                <c:pt idx="9">
                  <c:v>101.96</c:v>
                </c:pt>
                <c:pt idx="10">
                  <c:v>102.16</c:v>
                </c:pt>
                <c:pt idx="11">
                  <c:v>102.38</c:v>
                </c:pt>
                <c:pt idx="12">
                  <c:v>102.59</c:v>
                </c:pt>
                <c:pt idx="13">
                  <c:v>102.81</c:v>
                </c:pt>
                <c:pt idx="14">
                  <c:v>103.03</c:v>
                </c:pt>
                <c:pt idx="15">
                  <c:v>103.25</c:v>
                </c:pt>
                <c:pt idx="16">
                  <c:v>103.47</c:v>
                </c:pt>
                <c:pt idx="17">
                  <c:v>103.68</c:v>
                </c:pt>
                <c:pt idx="18">
                  <c:v>103.92</c:v>
                </c:pt>
                <c:pt idx="19">
                  <c:v>104.16</c:v>
                </c:pt>
                <c:pt idx="20">
                  <c:v>104.41</c:v>
                </c:pt>
                <c:pt idx="21">
                  <c:v>104.66</c:v>
                </c:pt>
                <c:pt idx="22">
                  <c:v>104.9</c:v>
                </c:pt>
                <c:pt idx="23">
                  <c:v>105.17</c:v>
                </c:pt>
                <c:pt idx="24">
                  <c:v>105.43</c:v>
                </c:pt>
                <c:pt idx="25">
                  <c:v>105.7</c:v>
                </c:pt>
                <c:pt idx="26">
                  <c:v>105.94</c:v>
                </c:pt>
                <c:pt idx="27">
                  <c:v>106.17</c:v>
                </c:pt>
                <c:pt idx="28">
                  <c:v>106.39</c:v>
                </c:pt>
                <c:pt idx="29">
                  <c:v>106.58</c:v>
                </c:pt>
                <c:pt idx="30">
                  <c:v>106.76</c:v>
                </c:pt>
                <c:pt idx="31">
                  <c:v>106.91</c:v>
                </c:pt>
                <c:pt idx="32">
                  <c:v>107.07</c:v>
                </c:pt>
                <c:pt idx="33">
                  <c:v>107.24</c:v>
                </c:pt>
                <c:pt idx="34">
                  <c:v>107.39</c:v>
                </c:pt>
                <c:pt idx="35">
                  <c:v>107.51</c:v>
                </c:pt>
                <c:pt idx="36">
                  <c:v>107.56</c:v>
                </c:pt>
                <c:pt idx="37">
                  <c:v>107.6</c:v>
                </c:pt>
                <c:pt idx="38">
                  <c:v>107.65</c:v>
                </c:pt>
                <c:pt idx="39">
                  <c:v>107.69</c:v>
                </c:pt>
                <c:pt idx="40">
                  <c:v>107.74</c:v>
                </c:pt>
                <c:pt idx="41">
                  <c:v>107.78</c:v>
                </c:pt>
                <c:pt idx="42">
                  <c:v>107.82</c:v>
                </c:pt>
                <c:pt idx="43">
                  <c:v>107.86</c:v>
                </c:pt>
                <c:pt idx="44">
                  <c:v>107.9</c:v>
                </c:pt>
                <c:pt idx="45">
                  <c:v>107.93</c:v>
                </c:pt>
                <c:pt idx="46">
                  <c:v>107.95</c:v>
                </c:pt>
                <c:pt idx="47">
                  <c:v>107.98</c:v>
                </c:pt>
                <c:pt idx="48">
                  <c:v>108.01</c:v>
                </c:pt>
                <c:pt idx="49">
                  <c:v>108.04</c:v>
                </c:pt>
                <c:pt idx="50">
                  <c:v>108.07</c:v>
                </c:pt>
                <c:pt idx="51">
                  <c:v>108.12</c:v>
                </c:pt>
                <c:pt idx="52">
                  <c:v>108.19</c:v>
                </c:pt>
                <c:pt idx="53">
                  <c:v>108.33</c:v>
                </c:pt>
                <c:pt idx="54">
                  <c:v>108.55</c:v>
                </c:pt>
                <c:pt idx="55">
                  <c:v>108.78</c:v>
                </c:pt>
                <c:pt idx="56">
                  <c:v>109.13</c:v>
                </c:pt>
                <c:pt idx="57">
                  <c:v>109.5</c:v>
                </c:pt>
                <c:pt idx="58">
                  <c:v>109.97</c:v>
                </c:pt>
                <c:pt idx="59">
                  <c:v>110.5</c:v>
                </c:pt>
                <c:pt idx="60">
                  <c:v>111.11</c:v>
                </c:pt>
                <c:pt idx="61">
                  <c:v>111.9</c:v>
                </c:pt>
                <c:pt idx="62">
                  <c:v>112.72</c:v>
                </c:pt>
                <c:pt idx="63">
                  <c:v>113.58</c:v>
                </c:pt>
                <c:pt idx="64">
                  <c:v>114.6</c:v>
                </c:pt>
                <c:pt idx="65">
                  <c:v>115.6</c:v>
                </c:pt>
                <c:pt idx="66">
                  <c:v>116.6</c:v>
                </c:pt>
                <c:pt idx="67">
                  <c:v>117.81</c:v>
                </c:pt>
                <c:pt idx="68">
                  <c:v>118.92</c:v>
                </c:pt>
                <c:pt idx="69">
                  <c:v>120.11</c:v>
                </c:pt>
                <c:pt idx="70">
                  <c:v>121.17</c:v>
                </c:pt>
                <c:pt idx="71">
                  <c:v>122.34</c:v>
                </c:pt>
                <c:pt idx="72">
                  <c:v>123.42</c:v>
                </c:pt>
                <c:pt idx="73">
                  <c:v>124.7</c:v>
                </c:pt>
                <c:pt idx="74">
                  <c:v>125.87</c:v>
                </c:pt>
                <c:pt idx="75">
                  <c:v>127.1</c:v>
                </c:pt>
                <c:pt idx="76">
                  <c:v>128.22</c:v>
                </c:pt>
                <c:pt idx="77">
                  <c:v>129.22</c:v>
                </c:pt>
                <c:pt idx="78">
                  <c:v>130.32</c:v>
                </c:pt>
                <c:pt idx="79">
                  <c:v>131.3</c:v>
                </c:pt>
                <c:pt idx="80">
                  <c:v>132.23</c:v>
                </c:pt>
                <c:pt idx="81">
                  <c:v>133.2</c:v>
                </c:pt>
                <c:pt idx="82">
                  <c:v>134.01</c:v>
                </c:pt>
                <c:pt idx="83">
                  <c:v>134.77</c:v>
                </c:pt>
                <c:pt idx="84">
                  <c:v>135.59</c:v>
                </c:pt>
                <c:pt idx="85">
                  <c:v>136.34</c:v>
                </c:pt>
                <c:pt idx="86">
                  <c:v>136.97</c:v>
                </c:pt>
                <c:pt idx="87">
                  <c:v>137.69</c:v>
                </c:pt>
                <c:pt idx="88">
                  <c:v>138.35</c:v>
                </c:pt>
                <c:pt idx="89">
                  <c:v>139.02</c:v>
                </c:pt>
                <c:pt idx="90">
                  <c:v>139.64</c:v>
                </c:pt>
                <c:pt idx="91">
                  <c:v>140.25</c:v>
                </c:pt>
                <c:pt idx="92">
                  <c:v>140.88</c:v>
                </c:pt>
                <c:pt idx="93">
                  <c:v>141.51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USD Money Market</c:v>
                </c:pt>
              </c:strCache>
            </c:strRef>
          </c:tx>
          <c:spPr>
            <a:solidFill>
              <a:srgbClr val="000000"/>
            </a:solidFill>
            <a:ln w="1524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Sheet1!$A$2:$A$95</c:f>
              <c:multiLvlStrCache>
                <c:ptCount val="94"/>
                <c:lvl>
                  <c:pt idx="0">
                    <c:v>Apr 2017</c:v>
                  </c:pt>
                  <c:pt idx="1">
                    <c:v>May 2017</c:v>
                  </c:pt>
                  <c:pt idx="2">
                    <c:v>Jun 2017</c:v>
                  </c:pt>
                  <c:pt idx="3">
                    <c:v>Jul 2017</c:v>
                  </c:pt>
                  <c:pt idx="4">
                    <c:v>Aug 2017</c:v>
                  </c:pt>
                  <c:pt idx="5">
                    <c:v>Sep 2017</c:v>
                  </c:pt>
                  <c:pt idx="6">
                    <c:v>Oct 2017</c:v>
                  </c:pt>
                  <c:pt idx="7">
                    <c:v>Nov 2017</c:v>
                  </c:pt>
                  <c:pt idx="8">
                    <c:v>Dec 2017</c:v>
                  </c:pt>
                  <c:pt idx="9">
                    <c:v>Jan 2018</c:v>
                  </c:pt>
                  <c:pt idx="10">
                    <c:v>Feb 2018</c:v>
                  </c:pt>
                  <c:pt idx="11">
                    <c:v>Mar 2018</c:v>
                  </c:pt>
                  <c:pt idx="12">
                    <c:v>Apr 2018</c:v>
                  </c:pt>
                  <c:pt idx="13">
                    <c:v>May 2018</c:v>
                  </c:pt>
                  <c:pt idx="14">
                    <c:v>Jun 2018</c:v>
                  </c:pt>
                  <c:pt idx="15">
                    <c:v>Jul 2018</c:v>
                  </c:pt>
                  <c:pt idx="16">
                    <c:v>Aug 2018</c:v>
                  </c:pt>
                  <c:pt idx="17">
                    <c:v>Sep 2018</c:v>
                  </c:pt>
                  <c:pt idx="18">
                    <c:v>Oct 2018</c:v>
                  </c:pt>
                  <c:pt idx="19">
                    <c:v>Nov 2018</c:v>
                  </c:pt>
                  <c:pt idx="20">
                    <c:v>Dec 2018</c:v>
                  </c:pt>
                  <c:pt idx="21">
                    <c:v>Jan 2019</c:v>
                  </c:pt>
                  <c:pt idx="22">
                    <c:v>Feb 2019</c:v>
                  </c:pt>
                  <c:pt idx="23">
                    <c:v>Mar 2019</c:v>
                  </c:pt>
                  <c:pt idx="24">
                    <c:v>Apr 2019</c:v>
                  </c:pt>
                  <c:pt idx="25">
                    <c:v>May 2019</c:v>
                  </c:pt>
                  <c:pt idx="26">
                    <c:v>Jun 2019</c:v>
                  </c:pt>
                  <c:pt idx="27">
                    <c:v>Jul 2019</c:v>
                  </c:pt>
                  <c:pt idx="28">
                    <c:v>Aug 2019</c:v>
                  </c:pt>
                  <c:pt idx="29">
                    <c:v>Sep 2019</c:v>
                  </c:pt>
                  <c:pt idx="30">
                    <c:v>Oct 2019</c:v>
                  </c:pt>
                  <c:pt idx="31">
                    <c:v>Nov 2019</c:v>
                  </c:pt>
                  <c:pt idx="32">
                    <c:v>Dec 2019</c:v>
                  </c:pt>
                  <c:pt idx="33">
                    <c:v>Jan 2020</c:v>
                  </c:pt>
                  <c:pt idx="34">
                    <c:v>Feb 2020</c:v>
                  </c:pt>
                  <c:pt idx="35">
                    <c:v>Mar 2020</c:v>
                  </c:pt>
                  <c:pt idx="36">
                    <c:v>Apr 2020</c:v>
                  </c:pt>
                  <c:pt idx="37">
                    <c:v>May 2020</c:v>
                  </c:pt>
                  <c:pt idx="38">
                    <c:v>Jun 2020</c:v>
                  </c:pt>
                  <c:pt idx="39">
                    <c:v>Jul 2020</c:v>
                  </c:pt>
                  <c:pt idx="40">
                    <c:v>Aug 2020</c:v>
                  </c:pt>
                  <c:pt idx="41">
                    <c:v>Sep 2020</c:v>
                  </c:pt>
                  <c:pt idx="42">
                    <c:v>Oct 2020</c:v>
                  </c:pt>
                  <c:pt idx="43">
                    <c:v>Nov 2020</c:v>
                  </c:pt>
                  <c:pt idx="44">
                    <c:v>Dec 2020</c:v>
                  </c:pt>
                  <c:pt idx="45">
                    <c:v>Jan 2021</c:v>
                  </c:pt>
                  <c:pt idx="46">
                    <c:v>Feb 2021</c:v>
                  </c:pt>
                  <c:pt idx="47">
                    <c:v>Mar 2021</c:v>
                  </c:pt>
                  <c:pt idx="48">
                    <c:v>Apr 2021</c:v>
                  </c:pt>
                  <c:pt idx="49">
                    <c:v>May 2021</c:v>
                  </c:pt>
                  <c:pt idx="50">
                    <c:v>Jun 2021</c:v>
                  </c:pt>
                  <c:pt idx="51">
                    <c:v>Jul 2021</c:v>
                  </c:pt>
                  <c:pt idx="52">
                    <c:v>Aug 2021</c:v>
                  </c:pt>
                  <c:pt idx="53">
                    <c:v>Sep 2021</c:v>
                  </c:pt>
                  <c:pt idx="54">
                    <c:v>Oct 2021</c:v>
                  </c:pt>
                  <c:pt idx="55">
                    <c:v>Nov 2021</c:v>
                  </c:pt>
                  <c:pt idx="56">
                    <c:v>Dec 2021</c:v>
                  </c:pt>
                  <c:pt idx="57">
                    <c:v>Jan 2022</c:v>
                  </c:pt>
                  <c:pt idx="58">
                    <c:v>Feb 2022</c:v>
                  </c:pt>
                  <c:pt idx="59">
                    <c:v>Mar 2022</c:v>
                  </c:pt>
                  <c:pt idx="60">
                    <c:v>Apr 2022</c:v>
                  </c:pt>
                  <c:pt idx="61">
                    <c:v>May 2022</c:v>
                  </c:pt>
                  <c:pt idx="62">
                    <c:v>Jun 2022</c:v>
                  </c:pt>
                  <c:pt idx="63">
                    <c:v>Jul 2022</c:v>
                  </c:pt>
                  <c:pt idx="64">
                    <c:v>Aug 2022</c:v>
                  </c:pt>
                  <c:pt idx="65">
                    <c:v>Sep 2022</c:v>
                  </c:pt>
                  <c:pt idx="66">
                    <c:v>Oct 2022</c:v>
                  </c:pt>
                  <c:pt idx="67">
                    <c:v>Nov 2022</c:v>
                  </c:pt>
                  <c:pt idx="68">
                    <c:v>Dec 2022</c:v>
                  </c:pt>
                  <c:pt idx="69">
                    <c:v>Jan 2023</c:v>
                  </c:pt>
                  <c:pt idx="70">
                    <c:v>Feb 2023</c:v>
                  </c:pt>
                  <c:pt idx="71">
                    <c:v>Mar 2023</c:v>
                  </c:pt>
                  <c:pt idx="72">
                    <c:v>Apr 2023</c:v>
                  </c:pt>
                  <c:pt idx="73">
                    <c:v>May 2023</c:v>
                  </c:pt>
                  <c:pt idx="74">
                    <c:v>Jun 2023</c:v>
                  </c:pt>
                  <c:pt idx="75">
                    <c:v>Jul 2023</c:v>
                  </c:pt>
                  <c:pt idx="76">
                    <c:v>Aug 2023</c:v>
                  </c:pt>
                  <c:pt idx="77">
                    <c:v>Sep 2023</c:v>
                  </c:pt>
                  <c:pt idx="78">
                    <c:v>Oct 2023</c:v>
                  </c:pt>
                  <c:pt idx="79">
                    <c:v>Nov 2023</c:v>
                  </c:pt>
                  <c:pt idx="80">
                    <c:v>Dec 2023</c:v>
                  </c:pt>
                  <c:pt idx="81">
                    <c:v>Jan 2024</c:v>
                  </c:pt>
                  <c:pt idx="82">
                    <c:v>Feb 2024</c:v>
                  </c:pt>
                  <c:pt idx="83">
                    <c:v>Mar 2024</c:v>
                  </c:pt>
                  <c:pt idx="84">
                    <c:v>Apr 2024</c:v>
                  </c:pt>
                  <c:pt idx="85">
                    <c:v>May 2024</c:v>
                  </c:pt>
                  <c:pt idx="86">
                    <c:v>Jun 2024</c:v>
                  </c:pt>
                  <c:pt idx="87">
                    <c:v>Jul 2024</c:v>
                  </c:pt>
                  <c:pt idx="88">
                    <c:v>Aug 2024</c:v>
                  </c:pt>
                  <c:pt idx="89">
                    <c:v>Sep 2024</c:v>
                  </c:pt>
                  <c:pt idx="90">
                    <c:v>Oct 2024</c:v>
                  </c:pt>
                  <c:pt idx="91">
                    <c:v>Nov 2024</c:v>
                  </c:pt>
                  <c:pt idx="92">
                    <c:v>Dec 2024</c:v>
                  </c:pt>
                  <c:pt idx="93">
                    <c:v>Jan 2025</c:v>
                  </c:pt>
                </c:lvl>
              </c:multiLvlStrCache>
            </c:multiLvlStrRef>
          </c:cat>
          <c:val>
            <c:numRef>
              <c:f>Sheet1!$C$2:$C$95</c:f>
              <c:numCache>
                <c:formatCode>General</c:formatCode>
                <c:ptCount val="94"/>
                <c:pt idx="0">
                  <c:v>100</c:v>
                </c:pt>
                <c:pt idx="1">
                  <c:v>100.05</c:v>
                </c:pt>
                <c:pt idx="2">
                  <c:v>100.1</c:v>
                </c:pt>
                <c:pt idx="3">
                  <c:v>100.15</c:v>
                </c:pt>
                <c:pt idx="4">
                  <c:v>100.2</c:v>
                </c:pt>
                <c:pt idx="5">
                  <c:v>100.25</c:v>
                </c:pt>
                <c:pt idx="6">
                  <c:v>100.3</c:v>
                </c:pt>
                <c:pt idx="7">
                  <c:v>100.37</c:v>
                </c:pt>
                <c:pt idx="8">
                  <c:v>100.44</c:v>
                </c:pt>
                <c:pt idx="9">
                  <c:v>100.5</c:v>
                </c:pt>
                <c:pt idx="10">
                  <c:v>100.56</c:v>
                </c:pt>
                <c:pt idx="11">
                  <c:v>100.62</c:v>
                </c:pt>
                <c:pt idx="12">
                  <c:v>100.68</c:v>
                </c:pt>
                <c:pt idx="13">
                  <c:v>100.74</c:v>
                </c:pt>
                <c:pt idx="14">
                  <c:v>100.8</c:v>
                </c:pt>
                <c:pt idx="15">
                  <c:v>100.88</c:v>
                </c:pt>
                <c:pt idx="16">
                  <c:v>100.94</c:v>
                </c:pt>
                <c:pt idx="17">
                  <c:v>101.21</c:v>
                </c:pt>
                <c:pt idx="18">
                  <c:v>101.53</c:v>
                </c:pt>
                <c:pt idx="19">
                  <c:v>101.84</c:v>
                </c:pt>
                <c:pt idx="20">
                  <c:v>102.16</c:v>
                </c:pt>
                <c:pt idx="21">
                  <c:v>102.46</c:v>
                </c:pt>
                <c:pt idx="22">
                  <c:v>102.7</c:v>
                </c:pt>
                <c:pt idx="23">
                  <c:v>103</c:v>
                </c:pt>
                <c:pt idx="24">
                  <c:v>103.3</c:v>
                </c:pt>
                <c:pt idx="25">
                  <c:v>103.63</c:v>
                </c:pt>
                <c:pt idx="26">
                  <c:v>103.92</c:v>
                </c:pt>
                <c:pt idx="27">
                  <c:v>104.21</c:v>
                </c:pt>
                <c:pt idx="28">
                  <c:v>104.52</c:v>
                </c:pt>
                <c:pt idx="29">
                  <c:v>104.82</c:v>
                </c:pt>
                <c:pt idx="30">
                  <c:v>105.09</c:v>
                </c:pt>
                <c:pt idx="31">
                  <c:v>105.34</c:v>
                </c:pt>
                <c:pt idx="32">
                  <c:v>105.56</c:v>
                </c:pt>
                <c:pt idx="33">
                  <c:v>105.77</c:v>
                </c:pt>
                <c:pt idx="34">
                  <c:v>105.95</c:v>
                </c:pt>
                <c:pt idx="35">
                  <c:v>106.13</c:v>
                </c:pt>
                <c:pt idx="36">
                  <c:v>106.35</c:v>
                </c:pt>
                <c:pt idx="37">
                  <c:v>106.65</c:v>
                </c:pt>
                <c:pt idx="38">
                  <c:v>106.84</c:v>
                </c:pt>
                <c:pt idx="39">
                  <c:v>107.02</c:v>
                </c:pt>
                <c:pt idx="40">
                  <c:v>107.16</c:v>
                </c:pt>
                <c:pt idx="41">
                  <c:v>107.28</c:v>
                </c:pt>
                <c:pt idx="42">
                  <c:v>107.38</c:v>
                </c:pt>
                <c:pt idx="43">
                  <c:v>107.44</c:v>
                </c:pt>
                <c:pt idx="44">
                  <c:v>106.86</c:v>
                </c:pt>
                <c:pt idx="45">
                  <c:v>107.05</c:v>
                </c:pt>
                <c:pt idx="46">
                  <c:v>107.23</c:v>
                </c:pt>
                <c:pt idx="47">
                  <c:v>107.42</c:v>
                </c:pt>
                <c:pt idx="48">
                  <c:v>107.55</c:v>
                </c:pt>
                <c:pt idx="49">
                  <c:v>107.67</c:v>
                </c:pt>
                <c:pt idx="50">
                  <c:v>107.79</c:v>
                </c:pt>
                <c:pt idx="51">
                  <c:v>107.89</c:v>
                </c:pt>
                <c:pt idx="52">
                  <c:v>107.98</c:v>
                </c:pt>
                <c:pt idx="53">
                  <c:v>108.03</c:v>
                </c:pt>
                <c:pt idx="54">
                  <c:v>108.21</c:v>
                </c:pt>
                <c:pt idx="55">
                  <c:v>108.29</c:v>
                </c:pt>
                <c:pt idx="56">
                  <c:v>108.38</c:v>
                </c:pt>
                <c:pt idx="57">
                  <c:v>108.44</c:v>
                </c:pt>
                <c:pt idx="58">
                  <c:v>108.49</c:v>
                </c:pt>
                <c:pt idx="59">
                  <c:v>108.59</c:v>
                </c:pt>
                <c:pt idx="60">
                  <c:v>108.72</c:v>
                </c:pt>
                <c:pt idx="61">
                  <c:v>108.9</c:v>
                </c:pt>
                <c:pt idx="62">
                  <c:v>109.04</c:v>
                </c:pt>
                <c:pt idx="63">
                  <c:v>109.18</c:v>
                </c:pt>
                <c:pt idx="64">
                  <c:v>109.46</c:v>
                </c:pt>
                <c:pt idx="65">
                  <c:v>109.66</c:v>
                </c:pt>
                <c:pt idx="66">
                  <c:v>109.85</c:v>
                </c:pt>
                <c:pt idx="67">
                  <c:v>110.06</c:v>
                </c:pt>
                <c:pt idx="68">
                  <c:v>110.24</c:v>
                </c:pt>
                <c:pt idx="69">
                  <c:v>110.5</c:v>
                </c:pt>
                <c:pt idx="70">
                  <c:v>110.82</c:v>
                </c:pt>
                <c:pt idx="71">
                  <c:v>111.19</c:v>
                </c:pt>
                <c:pt idx="72">
                  <c:v>111.45</c:v>
                </c:pt>
                <c:pt idx="73">
                  <c:v>111.71</c:v>
                </c:pt>
                <c:pt idx="74">
                  <c:v>111.96</c:v>
                </c:pt>
                <c:pt idx="75">
                  <c:v>112.16</c:v>
                </c:pt>
                <c:pt idx="76">
                  <c:v>112.42</c:v>
                </c:pt>
                <c:pt idx="77">
                  <c:v>112.73</c:v>
                </c:pt>
                <c:pt idx="78">
                  <c:v>113</c:v>
                </c:pt>
                <c:pt idx="79">
                  <c:v>113.21</c:v>
                </c:pt>
                <c:pt idx="80">
                  <c:v>113.45</c:v>
                </c:pt>
                <c:pt idx="81">
                  <c:v>113.65</c:v>
                </c:pt>
                <c:pt idx="82">
                  <c:v>113.82</c:v>
                </c:pt>
                <c:pt idx="83">
                  <c:v>114.03</c:v>
                </c:pt>
                <c:pt idx="84">
                  <c:v>114.25</c:v>
                </c:pt>
                <c:pt idx="85">
                  <c:v>114.41</c:v>
                </c:pt>
                <c:pt idx="86">
                  <c:v>114.49</c:v>
                </c:pt>
                <c:pt idx="87">
                  <c:v>114.54</c:v>
                </c:pt>
                <c:pt idx="88">
                  <c:v>114.62</c:v>
                </c:pt>
                <c:pt idx="89">
                  <c:v>114.94</c:v>
                </c:pt>
                <c:pt idx="90">
                  <c:v>114.98</c:v>
                </c:pt>
                <c:pt idx="91">
                  <c:v>115.17</c:v>
                </c:pt>
                <c:pt idx="92">
                  <c:v>115.54</c:v>
                </c:pt>
                <c:pt idx="93">
                  <c:v>115.82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Competencia Relevante (*)</c:v>
                </c:pt>
              </c:strCache>
            </c:strRef>
          </c:tx>
          <c:spPr>
            <a:solidFill>
              <a:srgbClr val="555555"/>
            </a:solidFill>
            <a:ln w="15240" cap="flat">
              <a:solidFill>
                <a:srgbClr val="5555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55555"/>
              </a:solidFill>
              <a:ln w="9525" cap="flat">
                <a:solidFill>
                  <a:srgbClr val="5555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Sheet1!$A$2:$A$95</c:f>
              <c:multiLvlStrCache>
                <c:ptCount val="94"/>
                <c:lvl>
                  <c:pt idx="0">
                    <c:v>Apr 2017</c:v>
                  </c:pt>
                  <c:pt idx="1">
                    <c:v>May 2017</c:v>
                  </c:pt>
                  <c:pt idx="2">
                    <c:v>Jun 2017</c:v>
                  </c:pt>
                  <c:pt idx="3">
                    <c:v>Jul 2017</c:v>
                  </c:pt>
                  <c:pt idx="4">
                    <c:v>Aug 2017</c:v>
                  </c:pt>
                  <c:pt idx="5">
                    <c:v>Sep 2017</c:v>
                  </c:pt>
                  <c:pt idx="6">
                    <c:v>Oct 2017</c:v>
                  </c:pt>
                  <c:pt idx="7">
                    <c:v>Nov 2017</c:v>
                  </c:pt>
                  <c:pt idx="8">
                    <c:v>Dec 2017</c:v>
                  </c:pt>
                  <c:pt idx="9">
                    <c:v>Jan 2018</c:v>
                  </c:pt>
                  <c:pt idx="10">
                    <c:v>Feb 2018</c:v>
                  </c:pt>
                  <c:pt idx="11">
                    <c:v>Mar 2018</c:v>
                  </c:pt>
                  <c:pt idx="12">
                    <c:v>Apr 2018</c:v>
                  </c:pt>
                  <c:pt idx="13">
                    <c:v>May 2018</c:v>
                  </c:pt>
                  <c:pt idx="14">
                    <c:v>Jun 2018</c:v>
                  </c:pt>
                  <c:pt idx="15">
                    <c:v>Jul 2018</c:v>
                  </c:pt>
                  <c:pt idx="16">
                    <c:v>Aug 2018</c:v>
                  </c:pt>
                  <c:pt idx="17">
                    <c:v>Sep 2018</c:v>
                  </c:pt>
                  <c:pt idx="18">
                    <c:v>Oct 2018</c:v>
                  </c:pt>
                  <c:pt idx="19">
                    <c:v>Nov 2018</c:v>
                  </c:pt>
                  <c:pt idx="20">
                    <c:v>Dec 2018</c:v>
                  </c:pt>
                  <c:pt idx="21">
                    <c:v>Jan 2019</c:v>
                  </c:pt>
                  <c:pt idx="22">
                    <c:v>Feb 2019</c:v>
                  </c:pt>
                  <c:pt idx="23">
                    <c:v>Mar 2019</c:v>
                  </c:pt>
                  <c:pt idx="24">
                    <c:v>Apr 2019</c:v>
                  </c:pt>
                  <c:pt idx="25">
                    <c:v>May 2019</c:v>
                  </c:pt>
                  <c:pt idx="26">
                    <c:v>Jun 2019</c:v>
                  </c:pt>
                  <c:pt idx="27">
                    <c:v>Jul 2019</c:v>
                  </c:pt>
                  <c:pt idx="28">
                    <c:v>Aug 2019</c:v>
                  </c:pt>
                  <c:pt idx="29">
                    <c:v>Sep 2019</c:v>
                  </c:pt>
                  <c:pt idx="30">
                    <c:v>Oct 2019</c:v>
                  </c:pt>
                  <c:pt idx="31">
                    <c:v>Nov 2019</c:v>
                  </c:pt>
                  <c:pt idx="32">
                    <c:v>Dec 2019</c:v>
                  </c:pt>
                  <c:pt idx="33">
                    <c:v>Jan 2020</c:v>
                  </c:pt>
                  <c:pt idx="34">
                    <c:v>Feb 2020</c:v>
                  </c:pt>
                  <c:pt idx="35">
                    <c:v>Mar 2020</c:v>
                  </c:pt>
                  <c:pt idx="36">
                    <c:v>Apr 2020</c:v>
                  </c:pt>
                  <c:pt idx="37">
                    <c:v>May 2020</c:v>
                  </c:pt>
                  <c:pt idx="38">
                    <c:v>Jun 2020</c:v>
                  </c:pt>
                  <c:pt idx="39">
                    <c:v>Jul 2020</c:v>
                  </c:pt>
                  <c:pt idx="40">
                    <c:v>Aug 2020</c:v>
                  </c:pt>
                  <c:pt idx="41">
                    <c:v>Sep 2020</c:v>
                  </c:pt>
                  <c:pt idx="42">
                    <c:v>Oct 2020</c:v>
                  </c:pt>
                  <c:pt idx="43">
                    <c:v>Nov 2020</c:v>
                  </c:pt>
                  <c:pt idx="44">
                    <c:v>Dec 2020</c:v>
                  </c:pt>
                  <c:pt idx="45">
                    <c:v>Jan 2021</c:v>
                  </c:pt>
                  <c:pt idx="46">
                    <c:v>Feb 2021</c:v>
                  </c:pt>
                  <c:pt idx="47">
                    <c:v>Mar 2021</c:v>
                  </c:pt>
                  <c:pt idx="48">
                    <c:v>Apr 2021</c:v>
                  </c:pt>
                  <c:pt idx="49">
                    <c:v>May 2021</c:v>
                  </c:pt>
                  <c:pt idx="50">
                    <c:v>Jun 2021</c:v>
                  </c:pt>
                  <c:pt idx="51">
                    <c:v>Jul 2021</c:v>
                  </c:pt>
                  <c:pt idx="52">
                    <c:v>Aug 2021</c:v>
                  </c:pt>
                  <c:pt idx="53">
                    <c:v>Sep 2021</c:v>
                  </c:pt>
                  <c:pt idx="54">
                    <c:v>Oct 2021</c:v>
                  </c:pt>
                  <c:pt idx="55">
                    <c:v>Nov 2021</c:v>
                  </c:pt>
                  <c:pt idx="56">
                    <c:v>Dec 2021</c:v>
                  </c:pt>
                  <c:pt idx="57">
                    <c:v>Jan 2022</c:v>
                  </c:pt>
                  <c:pt idx="58">
                    <c:v>Feb 2022</c:v>
                  </c:pt>
                  <c:pt idx="59">
                    <c:v>Mar 2022</c:v>
                  </c:pt>
                  <c:pt idx="60">
                    <c:v>Apr 2022</c:v>
                  </c:pt>
                  <c:pt idx="61">
                    <c:v>May 2022</c:v>
                  </c:pt>
                  <c:pt idx="62">
                    <c:v>Jun 2022</c:v>
                  </c:pt>
                  <c:pt idx="63">
                    <c:v>Jul 2022</c:v>
                  </c:pt>
                  <c:pt idx="64">
                    <c:v>Aug 2022</c:v>
                  </c:pt>
                  <c:pt idx="65">
                    <c:v>Sep 2022</c:v>
                  </c:pt>
                  <c:pt idx="66">
                    <c:v>Oct 2022</c:v>
                  </c:pt>
                  <c:pt idx="67">
                    <c:v>Nov 2022</c:v>
                  </c:pt>
                  <c:pt idx="68">
                    <c:v>Dec 2022</c:v>
                  </c:pt>
                  <c:pt idx="69">
                    <c:v>Jan 2023</c:v>
                  </c:pt>
                  <c:pt idx="70">
                    <c:v>Feb 2023</c:v>
                  </c:pt>
                  <c:pt idx="71">
                    <c:v>Mar 2023</c:v>
                  </c:pt>
                  <c:pt idx="72">
                    <c:v>Apr 2023</c:v>
                  </c:pt>
                  <c:pt idx="73">
                    <c:v>May 2023</c:v>
                  </c:pt>
                  <c:pt idx="74">
                    <c:v>Jun 2023</c:v>
                  </c:pt>
                  <c:pt idx="75">
                    <c:v>Jul 2023</c:v>
                  </c:pt>
                  <c:pt idx="76">
                    <c:v>Aug 2023</c:v>
                  </c:pt>
                  <c:pt idx="77">
                    <c:v>Sep 2023</c:v>
                  </c:pt>
                  <c:pt idx="78">
                    <c:v>Oct 2023</c:v>
                  </c:pt>
                  <c:pt idx="79">
                    <c:v>Nov 2023</c:v>
                  </c:pt>
                  <c:pt idx="80">
                    <c:v>Dec 2023</c:v>
                  </c:pt>
                  <c:pt idx="81">
                    <c:v>Jan 2024</c:v>
                  </c:pt>
                  <c:pt idx="82">
                    <c:v>Feb 2024</c:v>
                  </c:pt>
                  <c:pt idx="83">
                    <c:v>Mar 2024</c:v>
                  </c:pt>
                  <c:pt idx="84">
                    <c:v>Apr 2024</c:v>
                  </c:pt>
                  <c:pt idx="85">
                    <c:v>May 2024</c:v>
                  </c:pt>
                  <c:pt idx="86">
                    <c:v>Jun 2024</c:v>
                  </c:pt>
                  <c:pt idx="87">
                    <c:v>Jul 2024</c:v>
                  </c:pt>
                  <c:pt idx="88">
                    <c:v>Aug 2024</c:v>
                  </c:pt>
                  <c:pt idx="89">
                    <c:v>Sep 2024</c:v>
                  </c:pt>
                  <c:pt idx="90">
                    <c:v>Oct 2024</c:v>
                  </c:pt>
                  <c:pt idx="91">
                    <c:v>Nov 2024</c:v>
                  </c:pt>
                  <c:pt idx="92">
                    <c:v>Dec 2024</c:v>
                  </c:pt>
                  <c:pt idx="93">
                    <c:v>Jan 2025</c:v>
                  </c:pt>
                </c:lvl>
              </c:multiLvlStrCache>
            </c:multiLvlStrRef>
          </c:cat>
          <c:val>
            <c:numRef>
              <c:f>Sheet1!$D$2:$D$95</c:f>
              <c:numCache>
                <c:formatCode>General</c:formatCode>
                <c:ptCount val="94"/>
                <c:pt idx="0">
                  <c:v>100</c:v>
                </c:pt>
                <c:pt idx="1">
                  <c:v>100.04</c:v>
                </c:pt>
                <c:pt idx="2">
                  <c:v>100.08</c:v>
                </c:pt>
                <c:pt idx="3">
                  <c:v>100.12</c:v>
                </c:pt>
                <c:pt idx="4">
                  <c:v>100.17</c:v>
                </c:pt>
                <c:pt idx="5">
                  <c:v>100.23</c:v>
                </c:pt>
                <c:pt idx="6">
                  <c:v>100.29</c:v>
                </c:pt>
                <c:pt idx="7">
                  <c:v>100.36</c:v>
                </c:pt>
                <c:pt idx="8">
                  <c:v>100.44</c:v>
                </c:pt>
                <c:pt idx="9">
                  <c:v>100.54</c:v>
                </c:pt>
                <c:pt idx="10">
                  <c:v>100.62</c:v>
                </c:pt>
                <c:pt idx="11">
                  <c:v>100.72</c:v>
                </c:pt>
                <c:pt idx="12">
                  <c:v>100.82</c:v>
                </c:pt>
                <c:pt idx="13">
                  <c:v>100.94</c:v>
                </c:pt>
                <c:pt idx="14">
                  <c:v>101.06</c:v>
                </c:pt>
                <c:pt idx="15">
                  <c:v>101.2</c:v>
                </c:pt>
                <c:pt idx="16">
                  <c:v>101.34</c:v>
                </c:pt>
                <c:pt idx="17">
                  <c:v>101.48</c:v>
                </c:pt>
                <c:pt idx="18">
                  <c:v>101.63</c:v>
                </c:pt>
                <c:pt idx="19">
                  <c:v>101.76</c:v>
                </c:pt>
                <c:pt idx="20">
                  <c:v>101.92</c:v>
                </c:pt>
                <c:pt idx="21">
                  <c:v>102.09</c:v>
                </c:pt>
                <c:pt idx="22">
                  <c:v>102.24</c:v>
                </c:pt>
                <c:pt idx="23">
                  <c:v>102.42</c:v>
                </c:pt>
                <c:pt idx="24">
                  <c:v>102.59</c:v>
                </c:pt>
                <c:pt idx="25">
                  <c:v>102.75</c:v>
                </c:pt>
                <c:pt idx="26">
                  <c:v>102.92</c:v>
                </c:pt>
                <c:pt idx="27">
                  <c:v>103.08</c:v>
                </c:pt>
                <c:pt idx="28">
                  <c:v>103.23</c:v>
                </c:pt>
                <c:pt idx="29">
                  <c:v>103.38</c:v>
                </c:pt>
                <c:pt idx="30">
                  <c:v>103.53</c:v>
                </c:pt>
                <c:pt idx="31">
                  <c:v>103.68</c:v>
                </c:pt>
                <c:pt idx="32">
                  <c:v>103.82</c:v>
                </c:pt>
                <c:pt idx="33">
                  <c:v>103.97</c:v>
                </c:pt>
                <c:pt idx="34">
                  <c:v>104.09</c:v>
                </c:pt>
                <c:pt idx="35">
                  <c:v>104.21</c:v>
                </c:pt>
                <c:pt idx="36">
                  <c:v>104.31</c:v>
                </c:pt>
                <c:pt idx="37">
                  <c:v>104.41</c:v>
                </c:pt>
                <c:pt idx="38">
                  <c:v>104.43</c:v>
                </c:pt>
                <c:pt idx="39">
                  <c:v>104.43</c:v>
                </c:pt>
                <c:pt idx="40">
                  <c:v>104.43</c:v>
                </c:pt>
                <c:pt idx="41">
                  <c:v>104.43</c:v>
                </c:pt>
                <c:pt idx="42">
                  <c:v>104.43</c:v>
                </c:pt>
                <c:pt idx="43">
                  <c:v>104.44</c:v>
                </c:pt>
                <c:pt idx="44">
                  <c:v>104.44</c:v>
                </c:pt>
                <c:pt idx="45">
                  <c:v>104.45</c:v>
                </c:pt>
                <c:pt idx="46">
                  <c:v>104.45</c:v>
                </c:pt>
                <c:pt idx="47">
                  <c:v>104.45</c:v>
                </c:pt>
                <c:pt idx="48">
                  <c:v>104.46</c:v>
                </c:pt>
                <c:pt idx="49">
                  <c:v>104.46</c:v>
                </c:pt>
                <c:pt idx="50">
                  <c:v>104.46</c:v>
                </c:pt>
                <c:pt idx="51">
                  <c:v>104.47</c:v>
                </c:pt>
                <c:pt idx="52">
                  <c:v>104.47</c:v>
                </c:pt>
                <c:pt idx="53">
                  <c:v>104.47</c:v>
                </c:pt>
                <c:pt idx="54">
                  <c:v>104.47</c:v>
                </c:pt>
                <c:pt idx="55">
                  <c:v>104.47</c:v>
                </c:pt>
                <c:pt idx="56">
                  <c:v>104.48</c:v>
                </c:pt>
                <c:pt idx="57">
                  <c:v>104.48</c:v>
                </c:pt>
                <c:pt idx="58">
                  <c:v>104.49</c:v>
                </c:pt>
                <c:pt idx="59">
                  <c:v>104.49</c:v>
                </c:pt>
                <c:pt idx="60">
                  <c:v>104.5</c:v>
                </c:pt>
                <c:pt idx="61">
                  <c:v>104.54</c:v>
                </c:pt>
                <c:pt idx="62">
                  <c:v>104.58</c:v>
                </c:pt>
                <c:pt idx="63">
                  <c:v>104.64</c:v>
                </c:pt>
                <c:pt idx="64">
                  <c:v>104.75</c:v>
                </c:pt>
                <c:pt idx="65">
                  <c:v>104.9</c:v>
                </c:pt>
                <c:pt idx="66">
                  <c:v>105.07</c:v>
                </c:pt>
                <c:pt idx="67">
                  <c:v>105.31</c:v>
                </c:pt>
                <c:pt idx="68">
                  <c:v>105.59</c:v>
                </c:pt>
                <c:pt idx="69">
                  <c:v>105.95</c:v>
                </c:pt>
                <c:pt idx="70">
                  <c:v>106.29</c:v>
                </c:pt>
                <c:pt idx="71">
                  <c:v>106.67</c:v>
                </c:pt>
                <c:pt idx="72">
                  <c:v>107.03</c:v>
                </c:pt>
                <c:pt idx="73">
                  <c:v>107.46</c:v>
                </c:pt>
                <c:pt idx="74">
                  <c:v>107.87</c:v>
                </c:pt>
                <c:pt idx="75">
                  <c:v>108.29</c:v>
                </c:pt>
                <c:pt idx="76">
                  <c:v>108.73</c:v>
                </c:pt>
                <c:pt idx="77">
                  <c:v>109.16</c:v>
                </c:pt>
                <c:pt idx="78">
                  <c:v>109.59</c:v>
                </c:pt>
                <c:pt idx="79">
                  <c:v>109.97</c:v>
                </c:pt>
                <c:pt idx="80">
                  <c:v>110.4</c:v>
                </c:pt>
                <c:pt idx="81">
                  <c:v>110.83</c:v>
                </c:pt>
                <c:pt idx="82">
                  <c:v>111.22</c:v>
                </c:pt>
                <c:pt idx="83">
                  <c:v>111.59</c:v>
                </c:pt>
                <c:pt idx="84">
                  <c:v>112.03</c:v>
                </c:pt>
                <c:pt idx="85">
                  <c:v>112.44</c:v>
                </c:pt>
                <c:pt idx="86">
                  <c:v>112.84</c:v>
                </c:pt>
                <c:pt idx="87">
                  <c:v>113.25</c:v>
                </c:pt>
                <c:pt idx="88">
                  <c:v>113.66</c:v>
                </c:pt>
                <c:pt idx="89">
                  <c:v>114.05</c:v>
                </c:pt>
                <c:pt idx="90">
                  <c:v>114.44</c:v>
                </c:pt>
                <c:pt idx="91">
                  <c:v>114.8</c:v>
                </c:pt>
                <c:pt idx="92">
                  <c:v>115.16</c:v>
                </c:pt>
                <c:pt idx="93">
                  <c:v>115.51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9"/>
      </c:catAx>
      <c:valAx>
        <c:axId val="2094734552"/>
        <c:scaling>
          <c:orientation val="minMax"/>
          <c:min val="97"/>
        </c:scaling>
        <c:delete val="0"/>
        <c:axPos val="l"/>
        <c:majorGridlines>
          <c:spPr>
            <a:ln w="381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6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737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64592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" y="142646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" y="182880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General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8872" y="201168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" y="207568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Administradora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51560" y="207568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Gestion Patrimonial S.A.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8872" y="224942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 Fondo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51560" y="224942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76,637,334-8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8872" y="242316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18872" y="259689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Fondo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051560" y="2596896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de Inversión Privado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8872" y="277063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Inicio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051560" y="277063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 2017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8872" y="294436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51560" y="294436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Cámara Promedio (ICP)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8872" y="311810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Rescatable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051560" y="311810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18872" y="329184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Rescate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051560" y="329184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tardar 15 días corridos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18872" y="34655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051560" y="346557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Mercado- Crédito - Liquidez - Tasa de interés - Derivados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8872" y="3730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Remuneración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051560" y="373075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0,295% IVA Incluido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18872" y="399592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Custodio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051560" y="399592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Capital C. de Bolsa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118872" y="4169664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" y="426110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18872" y="4443984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" y="450799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los recursos del fondo en instrumentos de deuda de corto y mediano plazo, en una cartera diversificada, obteniendo una rentabilidad igual o superior al ICP.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18872" y="5212080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8872" y="530352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18872" y="548640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" y="5550408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rentabilidad esperada del Fip Vantrust Liquidez Temporal, es la tasa de política monetaria promedio del Banco Central de Chile.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18872" y="620877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" y="630021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8872" y="6483096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8872" y="654710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Dirigida a empresas y personas que buscan invertir sus excedentes de caja con una rentabilidad de corto plazo y baja tolerancia al riesgo.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 Portafolio Manager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06040" y="502920"/>
            <a:ext cx="4818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13 CLP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06040" y="2240280"/>
            <a:ext cx="4818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Temporal</a:t>
            </a:r>
            <a:endParaRPr lang="en-US" sz="750" dirty="0"/>
          </a:p>
        </p:txBody>
      </p:sp>
      <p:graphicFrame>
        <p:nvGraphicFramePr>
          <p:cNvPr id="46" name="Chart 0" descr=""/>
          <p:cNvGraphicFramePr/>
          <p:nvPr/>
        </p:nvGraphicFramePr>
        <p:xfrm>
          <a:off x="2606040" y="2395728"/>
          <a:ext cx="4818888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7" name="Text 44"/>
          <p:cNvSpPr/>
          <p:nvPr/>
        </p:nvSpPr>
        <p:spPr>
          <a:xfrm>
            <a:off x="2606040" y="4242816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Rentabilidad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2606040" y="4498848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4572000"/>
          <a:ext cx="4818888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566928"/>
                <a:gridCol w="658368"/>
                <a:gridCol w="658368"/>
                <a:gridCol w="566928"/>
                <a:gridCol w="594360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Rentabilidad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 2025 (*)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 (Benchmark)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Money Market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87674.19%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88315.45%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88880.40%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50" name="Text 46"/>
          <p:cNvSpPr/>
          <p:nvPr/>
        </p:nvSpPr>
        <p:spPr>
          <a:xfrm>
            <a:off x="2606040" y="5349240"/>
            <a:ext cx="4818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*Valores correspondientes a la rentabilidad anualizada, no acumulada</a:t>
            </a:r>
            <a:endParaRPr lang="en-US" sz="600" dirty="0"/>
          </a:p>
        </p:txBody>
      </p:sp>
      <p:sp>
        <p:nvSpPr>
          <p:cNvPr id="51" name="Shape 47"/>
          <p:cNvSpPr/>
          <p:nvPr/>
        </p:nvSpPr>
        <p:spPr>
          <a:xfrm>
            <a:off x="2606040" y="5513832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5577840"/>
          <a:ext cx="4818888" cy="914400"/>
        </p:xfrm>
        <a:graphic>
          <a:graphicData uri="http://schemas.openxmlformats.org/drawingml/2006/table">
            <a:tbl>
              <a:tblPr/>
              <a:tblGrid>
                <a:gridCol w="201168"/>
                <a:gridCol w="804672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301752"/>
              </a:tblGrid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Money Market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Money Market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Money Market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Money Market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Money Market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Money Market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Money Market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Money Market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Money Market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 (Benchmark)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Money Market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325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024128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" y="146304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Moneda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8872" y="164592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" y="171907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490472" y="171907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100,00%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18872" y="191109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" y="200253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Instrumento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8872" y="2185416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" y="225856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490472" y="2258568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18872" y="2450592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" y="25420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Duración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18872" y="2724912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" y="2798064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30 días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90472" y="2798064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50,78%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8872" y="299008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31 y 90 días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490472" y="2990088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49,22%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8872" y="318211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91 y 120 días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90472" y="318211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0,00%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8872" y="3374136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1 y 2 años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490472" y="3374136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0,00%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06040" y="50292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riesgo de una variación adversa en el precio o tasa de mercado en los instrumentos en que invierte el Fondo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606040" y="92354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Crédito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posible pérdida que se asume como consecuencia del incumplimiento de las obligaciones directas, indirectas o de derivados que conllevan al no pago parcial, total o falta de oportunidad del pago de los emisores de los instrumentos en que invierte el Fondo y que pudieran ocasionar una pérdida financiera.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606040" y="134416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Liquidez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asociado a la capacidad de generación de recursos del Fondo para cumplir con sus obligaciones de rescate o vencimiento del mismo.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606040" y="176479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Profundidad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 a la posibilidad de comprar o vender un activo financiero al valor de mercado en un período de tiempo acorde a las características del instrumento. Períodos de alta volatilidad de mercado afectan negativamente estos tiempos.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606040" y="2185416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Tasa de interés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a pérdidas ocasionadas por cambios adversos en las tasas de interés de mercado y que afecten el valor de los instrumentos, contratos y demás operaciones registradas en el balance.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606040" y="260604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Moneda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exposición a pérdidas ocasionadas por cambios adversos en el valor en moneda nacional de las monedas extranjeras que están expresados a los instrumentos, contratos y demás operaciones del balance del Fondo.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606040" y="302666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Sectorial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riesgo está asociado a condiciones de mercado adversas que pueden afectar a un sector industrial en particular y por ende la rentabilidad del Fondo.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606040" y="344728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 a los gastos directos e indirectos necesarios para el correcto funcionamiento del fondo los que están detallados en el Reglamento Interno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06040" y="386791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Ingreso y Pago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moneda en que el inversionista entra al fondo es aportando pesos chilenos, y al rescate de las cuotas, el fondo le entrega pesos chilenos.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606040" y="4361688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06040" y="4489704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606040" y="4745736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6040" y="4837176"/>
            <a:ext cx="4818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a la Ley Única de Fondos, las administradoras de fondos de inversión privados están sujetas a las obligaciones de información establecidas por la Comisión para el Mercado Financiero. Tales fondos no están sometidos a fiscalización de la Comisión y no hacemos oferta pública de sus cuotas.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2026-05-19T12:07:37Z</dcterms:created>
  <dcterms:modified xsi:type="dcterms:W3CDTF">2026-05-19T12:07:37Z</dcterms:modified>
</cp:coreProperties>
</file>