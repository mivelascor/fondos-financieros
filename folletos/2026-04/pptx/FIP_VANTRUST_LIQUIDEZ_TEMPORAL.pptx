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</c:v>
                </c:pt>
                <c:pt idx="1">
                  <c:v>100.37</c:v>
                </c:pt>
                <c:pt idx="2">
                  <c:v>100.75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USD Money Market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</c:v>
                </c:pt>
                <c:pt idx="1">
                  <c:v>100.58</c:v>
                </c:pt>
                <c:pt idx="2">
                  <c:v>101.1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Feb 2026</c:v>
                  </c:pt>
                  <c:pt idx="1">
                    <c:v>Mar 2026</c:v>
                  </c:pt>
                  <c:pt idx="2">
                    <c:v>Apr 2026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100</c:v>
                </c:pt>
                <c:pt idx="1">
                  <c:v>100.27</c:v>
                </c:pt>
                <c:pt idx="2">
                  <c:v>100.53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Temporal,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Temporal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2025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Money Market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50,78%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49,22%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2026-05-18T22:52:15Z</dcterms:created>
  <dcterms:modified xsi:type="dcterms:W3CDTF">2026-05-18T22:52:15Z</dcterms:modified>
</cp:coreProperties>
</file>