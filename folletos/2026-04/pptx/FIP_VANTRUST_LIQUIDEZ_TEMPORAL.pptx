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  <c:pt idx="3">
                    <c:v>May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  <c:pt idx="3">
                    <c:v>May 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2,92%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2026-05-14T22:11:58Z</dcterms:created>
  <dcterms:modified xsi:type="dcterms:W3CDTF">2026-05-14T22:11:58Z</dcterms:modified>
</cp:coreProperties>
</file>