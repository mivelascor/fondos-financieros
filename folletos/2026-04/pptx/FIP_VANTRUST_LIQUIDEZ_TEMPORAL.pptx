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Temporal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Feb 2026</c:v>
                  </c:pt>
                  <c:pt idx="1">
                    <c:v>Feb 2026</c:v>
                  </c:pt>
                  <c:pt idx="2">
                    <c:v>Feb 2026</c:v>
                  </c:pt>
                  <c:pt idx="3">
                    <c:v>Feb 2026</c:v>
                  </c:pt>
                  <c:pt idx="4">
                    <c:v>Feb 2026</c:v>
                  </c:pt>
                  <c:pt idx="5">
                    <c:v>Feb 2026</c:v>
                  </c:pt>
                  <c:pt idx="6">
                    <c:v>Feb 2026</c:v>
                  </c:pt>
                  <c:pt idx="7">
                    <c:v>Feb 2026</c:v>
                  </c:pt>
                  <c:pt idx="8">
                    <c:v>Feb 2026</c:v>
                  </c:pt>
                  <c:pt idx="9">
                    <c:v>Feb 2026</c:v>
                  </c:pt>
                  <c:pt idx="10">
                    <c:v>Feb 2026</c:v>
                  </c:pt>
                  <c:pt idx="11">
                    <c:v>Feb 2026</c:v>
                  </c:pt>
                  <c:pt idx="12">
                    <c:v>Feb 2026</c:v>
                  </c:pt>
                  <c:pt idx="13">
                    <c:v>Feb 2026</c:v>
                  </c:pt>
                  <c:pt idx="14">
                    <c:v>Feb 2026</c:v>
                  </c:pt>
                  <c:pt idx="15">
                    <c:v>Feb 2026</c:v>
                  </c:pt>
                  <c:pt idx="16">
                    <c:v>Feb 2026</c:v>
                  </c:pt>
                  <c:pt idx="17">
                    <c:v>Feb 2026</c:v>
                  </c:pt>
                  <c:pt idx="18">
                    <c:v>Mar 2026</c:v>
                  </c:pt>
                  <c:pt idx="19">
                    <c:v>Mar 2026</c:v>
                  </c:pt>
                  <c:pt idx="20">
                    <c:v>Mar 2026</c:v>
                  </c:pt>
                  <c:pt idx="21">
                    <c:v>Mar 2026</c:v>
                  </c:pt>
                  <c:pt idx="22">
                    <c:v>Mar 2026</c:v>
                  </c:pt>
                  <c:pt idx="23">
                    <c:v>Mar 2026</c:v>
                  </c:pt>
                  <c:pt idx="24">
                    <c:v>Mar 2026</c:v>
                  </c:pt>
                  <c:pt idx="25">
                    <c:v>Mar 2026</c:v>
                  </c:pt>
                  <c:pt idx="26">
                    <c:v>Mar 2026</c:v>
                  </c:pt>
                  <c:pt idx="27">
                    <c:v>Mar 2026</c:v>
                  </c:pt>
                  <c:pt idx="28">
                    <c:v>Mar 2026</c:v>
                  </c:pt>
                  <c:pt idx="29">
                    <c:v>Mar 2026</c:v>
                  </c:pt>
                  <c:pt idx="30">
                    <c:v>Mar 2026</c:v>
                  </c:pt>
                  <c:pt idx="31">
                    <c:v>Mar 2026</c:v>
                  </c:pt>
                  <c:pt idx="32">
                    <c:v>Mar 2026</c:v>
                  </c:pt>
                  <c:pt idx="33">
                    <c:v>Mar 2026</c:v>
                  </c:pt>
                  <c:pt idx="34">
                    <c:v>Mar 2026</c:v>
                  </c:pt>
                  <c:pt idx="35">
                    <c:v>Mar 2026</c:v>
                  </c:pt>
                  <c:pt idx="36">
                    <c:v>Mar 2026</c:v>
                  </c:pt>
                  <c:pt idx="37">
                    <c:v>Mar 2026</c:v>
                  </c:pt>
                  <c:pt idx="38">
                    <c:v>Mar 2026</c:v>
                  </c:pt>
                  <c:pt idx="39">
                    <c:v>Mar 2026</c:v>
                  </c:pt>
                  <c:pt idx="40">
                    <c:v>Mar 2026</c:v>
                  </c:pt>
                  <c:pt idx="41">
                    <c:v>Mar 2026</c:v>
                  </c:pt>
                  <c:pt idx="42">
                    <c:v>Mar 2026</c:v>
                  </c:pt>
                  <c:pt idx="43">
                    <c:v>Mar 2026</c:v>
                  </c:pt>
                  <c:pt idx="44">
                    <c:v>Mar 2026</c:v>
                  </c:pt>
                  <c:pt idx="45">
                    <c:v>Mar 2026</c:v>
                  </c:pt>
                  <c:pt idx="46">
                    <c:v>Mar 2026</c:v>
                  </c:pt>
                  <c:pt idx="47">
                    <c:v>Mar 2026</c:v>
                  </c:pt>
                  <c:pt idx="48">
                    <c:v>Mar 2026</c:v>
                  </c:pt>
                  <c:pt idx="49">
                    <c:v>Apr 2026</c:v>
                  </c:pt>
                  <c:pt idx="50">
                    <c:v>Apr 2026</c:v>
                  </c:pt>
                  <c:pt idx="51">
                    <c:v>Apr 2026</c:v>
                  </c:pt>
                  <c:pt idx="52">
                    <c:v>Apr 2026</c:v>
                  </c:pt>
                  <c:pt idx="53">
                    <c:v>Apr 2026</c:v>
                  </c:pt>
                  <c:pt idx="54">
                    <c:v>Apr 2026</c:v>
                  </c:pt>
                  <c:pt idx="55">
                    <c:v>Apr 2026</c:v>
                  </c:pt>
                  <c:pt idx="56">
                    <c:v>Apr 2026</c:v>
                  </c:pt>
                  <c:pt idx="57">
                    <c:v>Apr 2026</c:v>
                  </c:pt>
                  <c:pt idx="58">
                    <c:v>Apr 2026</c:v>
                  </c:pt>
                  <c:pt idx="59">
                    <c:v>Apr 2026</c:v>
                  </c:pt>
                  <c:pt idx="60">
                    <c:v>Apr 2026</c:v>
                  </c:pt>
                  <c:pt idx="61">
                    <c:v>Apr 2026</c:v>
                  </c:pt>
                  <c:pt idx="62">
                    <c:v>Apr 2026</c:v>
                  </c:pt>
                  <c:pt idx="63">
                    <c:v>Apr 2026</c:v>
                  </c:pt>
                  <c:pt idx="64">
                    <c:v>Apr 2026</c:v>
                  </c:pt>
                  <c:pt idx="65">
                    <c:v>Apr 2026</c:v>
                  </c:pt>
                  <c:pt idx="66">
                    <c:v>Apr 2026</c:v>
                  </c:pt>
                  <c:pt idx="67">
                    <c:v>Apr 2026</c:v>
                  </c:pt>
                  <c:pt idx="68">
                    <c:v>Apr 2026</c:v>
                  </c:pt>
                  <c:pt idx="69">
                    <c:v>Apr 2026</c:v>
                  </c:pt>
                  <c:pt idx="70">
                    <c:v>Apr 2026</c:v>
                  </c:pt>
                  <c:pt idx="71">
                    <c:v>Apr 2026</c:v>
                  </c:pt>
                  <c:pt idx="72">
                    <c:v>Apr 2026</c:v>
                  </c:pt>
                  <c:pt idx="73">
                    <c:v>Apr 2026</c:v>
                  </c:pt>
                  <c:pt idx="74">
                    <c:v>Apr 2026</c:v>
                  </c:pt>
                  <c:pt idx="75">
                    <c:v>Apr 2026</c:v>
                  </c:pt>
                  <c:pt idx="76">
                    <c:v>Apr 2026</c:v>
                  </c:pt>
                  <c:pt idx="77">
                    <c:v>Apr 2026</c:v>
                  </c:pt>
                  <c:pt idx="78">
                    <c:v>Apr 2026</c:v>
                  </c:pt>
                  <c:pt idx="79">
                    <c:v>May 2026</c:v>
                  </c:pt>
                  <c:pt idx="80">
                    <c:v>May 2026</c:v>
                  </c:pt>
                  <c:pt idx="81">
                    <c:v>May 2026</c:v>
                  </c:pt>
                  <c:pt idx="82">
                    <c:v>May 2026</c:v>
                  </c:pt>
                  <c:pt idx="83">
                    <c:v>May 2026</c:v>
                  </c:pt>
                </c:lvl>
              </c:multiLvlStrCache>
            </c:multiLvlStrRef>
          </c:cat>
          <c:val>
            <c:numRef>
              <c:f>Sheet1!$B$2:$B$85</c:f>
              <c:numCache>
                <c:formatCode>General</c:formatCode>
                <c:ptCount val="84"/>
                <c:pt idx="0">
                  <c:v>1000</c:v>
                </c:pt>
                <c:pt idx="1">
                  <c:v>1000.49</c:v>
                </c:pt>
                <c:pt idx="2">
                  <c:v>1000.84</c:v>
                </c:pt>
                <c:pt idx="3">
                  <c:v>1001.2</c:v>
                </c:pt>
                <c:pt idx="4">
                  <c:v>1001.56</c:v>
                </c:pt>
                <c:pt idx="5">
                  <c:v>1001.58</c:v>
                </c:pt>
                <c:pt idx="6">
                  <c:v>1001.59</c:v>
                </c:pt>
                <c:pt idx="7">
                  <c:v>1001.72</c:v>
                </c:pt>
                <c:pt idx="8">
                  <c:v>1002.08</c:v>
                </c:pt>
                <c:pt idx="9">
                  <c:v>1002.53</c:v>
                </c:pt>
                <c:pt idx="10">
                  <c:v>1002.92</c:v>
                </c:pt>
                <c:pt idx="11">
                  <c:v>1003.3</c:v>
                </c:pt>
                <c:pt idx="12">
                  <c:v>1003.65</c:v>
                </c:pt>
                <c:pt idx="13">
                  <c:v>1003.92</c:v>
                </c:pt>
                <c:pt idx="14">
                  <c:v>1004.13</c:v>
                </c:pt>
                <c:pt idx="15">
                  <c:v>1004.34</c:v>
                </c:pt>
                <c:pt idx="16">
                  <c:v>1004.44</c:v>
                </c:pt>
                <c:pt idx="17">
                  <c:v>1004.64</c:v>
                </c:pt>
                <c:pt idx="18">
                  <c:v>1004.85</c:v>
                </c:pt>
                <c:pt idx="19">
                  <c:v>1005.05</c:v>
                </c:pt>
                <c:pt idx="20">
                  <c:v>1005.26</c:v>
                </c:pt>
                <c:pt idx="21">
                  <c:v>1005.46</c:v>
                </c:pt>
                <c:pt idx="22">
                  <c:v>1005.66</c:v>
                </c:pt>
                <c:pt idx="23">
                  <c:v>1005.85</c:v>
                </c:pt>
                <c:pt idx="24">
                  <c:v>1006.05</c:v>
                </c:pt>
                <c:pt idx="25">
                  <c:v>1006.25</c:v>
                </c:pt>
                <c:pt idx="26">
                  <c:v>1006.44</c:v>
                </c:pt>
                <c:pt idx="27">
                  <c:v>1006.63</c:v>
                </c:pt>
                <c:pt idx="28">
                  <c:v>1006.82</c:v>
                </c:pt>
                <c:pt idx="29">
                  <c:v>1007.01</c:v>
                </c:pt>
                <c:pt idx="30">
                  <c:v>1007.2</c:v>
                </c:pt>
                <c:pt idx="31">
                  <c:v>1007.38</c:v>
                </c:pt>
                <c:pt idx="32">
                  <c:v>1007.57</c:v>
                </c:pt>
                <c:pt idx="33">
                  <c:v>1007.74</c:v>
                </c:pt>
                <c:pt idx="34">
                  <c:v>1007.93</c:v>
                </c:pt>
                <c:pt idx="35">
                  <c:v>1008.12</c:v>
                </c:pt>
                <c:pt idx="36">
                  <c:v>1008.31</c:v>
                </c:pt>
                <c:pt idx="37">
                  <c:v>1008.6</c:v>
                </c:pt>
                <c:pt idx="38">
                  <c:v>1008.8</c:v>
                </c:pt>
                <c:pt idx="39">
                  <c:v>1009</c:v>
                </c:pt>
                <c:pt idx="40">
                  <c:v>1009.2</c:v>
                </c:pt>
                <c:pt idx="41">
                  <c:v>1009.4</c:v>
                </c:pt>
                <c:pt idx="42">
                  <c:v>1009.51</c:v>
                </c:pt>
                <c:pt idx="43">
                  <c:v>1009.62</c:v>
                </c:pt>
                <c:pt idx="44">
                  <c:v>1009.75</c:v>
                </c:pt>
                <c:pt idx="45">
                  <c:v>1009.95</c:v>
                </c:pt>
                <c:pt idx="46">
                  <c:v>1010.14</c:v>
                </c:pt>
                <c:pt idx="47">
                  <c:v>1010.31</c:v>
                </c:pt>
                <c:pt idx="48">
                  <c:v>1010.46</c:v>
                </c:pt>
                <c:pt idx="49">
                  <c:v>1010.62</c:v>
                </c:pt>
                <c:pt idx="50">
                  <c:v>1010.78</c:v>
                </c:pt>
                <c:pt idx="51">
                  <c:v>1010.98</c:v>
                </c:pt>
                <c:pt idx="52">
                  <c:v>1011.18</c:v>
                </c:pt>
                <c:pt idx="53">
                  <c:v>1011.39</c:v>
                </c:pt>
                <c:pt idx="54">
                  <c:v>1011.54</c:v>
                </c:pt>
                <c:pt idx="55">
                  <c:v>1011.7</c:v>
                </c:pt>
                <c:pt idx="56">
                  <c:v>1011.9</c:v>
                </c:pt>
                <c:pt idx="57">
                  <c:v>1012.05</c:v>
                </c:pt>
                <c:pt idx="58">
                  <c:v>1012.24</c:v>
                </c:pt>
                <c:pt idx="59">
                  <c:v>1012.44</c:v>
                </c:pt>
                <c:pt idx="60">
                  <c:v>1012.63</c:v>
                </c:pt>
                <c:pt idx="61">
                  <c:v>1012.78</c:v>
                </c:pt>
                <c:pt idx="62">
                  <c:v>1012.93</c:v>
                </c:pt>
                <c:pt idx="63">
                  <c:v>1013.07</c:v>
                </c:pt>
                <c:pt idx="64">
                  <c:v>1013.27</c:v>
                </c:pt>
                <c:pt idx="65">
                  <c:v>1013.45</c:v>
                </c:pt>
                <c:pt idx="66">
                  <c:v>1013.64</c:v>
                </c:pt>
                <c:pt idx="67">
                  <c:v>1013.83</c:v>
                </c:pt>
                <c:pt idx="68">
                  <c:v>1013.95</c:v>
                </c:pt>
                <c:pt idx="69">
                  <c:v>1014.14</c:v>
                </c:pt>
                <c:pt idx="70">
                  <c:v>1014.29</c:v>
                </c:pt>
                <c:pt idx="71">
                  <c:v>1014.44</c:v>
                </c:pt>
                <c:pt idx="72">
                  <c:v>1014.63</c:v>
                </c:pt>
                <c:pt idx="73">
                  <c:v>1014.83</c:v>
                </c:pt>
                <c:pt idx="74">
                  <c:v>1015.02</c:v>
                </c:pt>
                <c:pt idx="75">
                  <c:v>1015.17</c:v>
                </c:pt>
                <c:pt idx="76">
                  <c:v>1015.33</c:v>
                </c:pt>
                <c:pt idx="77">
                  <c:v>1015.49</c:v>
                </c:pt>
                <c:pt idx="78">
                  <c:v>1015.66</c:v>
                </c:pt>
                <c:pt idx="79">
                  <c:v>1015.86</c:v>
                </c:pt>
                <c:pt idx="80">
                  <c:v>1016.07</c:v>
                </c:pt>
                <c:pt idx="81">
                  <c:v>1016.28</c:v>
                </c:pt>
                <c:pt idx="82">
                  <c:v>1016.44</c:v>
                </c:pt>
                <c:pt idx="83">
                  <c:v>1016.58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Feb 2026</c:v>
                  </c:pt>
                  <c:pt idx="1">
                    <c:v>Feb 2026</c:v>
                  </c:pt>
                  <c:pt idx="2">
                    <c:v>Feb 2026</c:v>
                  </c:pt>
                  <c:pt idx="3">
                    <c:v>Feb 2026</c:v>
                  </c:pt>
                  <c:pt idx="4">
                    <c:v>Feb 2026</c:v>
                  </c:pt>
                  <c:pt idx="5">
                    <c:v>Feb 2026</c:v>
                  </c:pt>
                  <c:pt idx="6">
                    <c:v>Feb 2026</c:v>
                  </c:pt>
                  <c:pt idx="7">
                    <c:v>Feb 2026</c:v>
                  </c:pt>
                  <c:pt idx="8">
                    <c:v>Feb 2026</c:v>
                  </c:pt>
                  <c:pt idx="9">
                    <c:v>Feb 2026</c:v>
                  </c:pt>
                  <c:pt idx="10">
                    <c:v>Feb 2026</c:v>
                  </c:pt>
                  <c:pt idx="11">
                    <c:v>Feb 2026</c:v>
                  </c:pt>
                  <c:pt idx="12">
                    <c:v>Feb 2026</c:v>
                  </c:pt>
                  <c:pt idx="13">
                    <c:v>Feb 2026</c:v>
                  </c:pt>
                  <c:pt idx="14">
                    <c:v>Feb 2026</c:v>
                  </c:pt>
                  <c:pt idx="15">
                    <c:v>Feb 2026</c:v>
                  </c:pt>
                  <c:pt idx="16">
                    <c:v>Feb 2026</c:v>
                  </c:pt>
                  <c:pt idx="17">
                    <c:v>Feb 2026</c:v>
                  </c:pt>
                  <c:pt idx="18">
                    <c:v>Mar 2026</c:v>
                  </c:pt>
                  <c:pt idx="19">
                    <c:v>Mar 2026</c:v>
                  </c:pt>
                  <c:pt idx="20">
                    <c:v>Mar 2026</c:v>
                  </c:pt>
                  <c:pt idx="21">
                    <c:v>Mar 2026</c:v>
                  </c:pt>
                  <c:pt idx="22">
                    <c:v>Mar 2026</c:v>
                  </c:pt>
                  <c:pt idx="23">
                    <c:v>Mar 2026</c:v>
                  </c:pt>
                  <c:pt idx="24">
                    <c:v>Mar 2026</c:v>
                  </c:pt>
                  <c:pt idx="25">
                    <c:v>Mar 2026</c:v>
                  </c:pt>
                  <c:pt idx="26">
                    <c:v>Mar 2026</c:v>
                  </c:pt>
                  <c:pt idx="27">
                    <c:v>Mar 2026</c:v>
                  </c:pt>
                  <c:pt idx="28">
                    <c:v>Mar 2026</c:v>
                  </c:pt>
                  <c:pt idx="29">
                    <c:v>Mar 2026</c:v>
                  </c:pt>
                  <c:pt idx="30">
                    <c:v>Mar 2026</c:v>
                  </c:pt>
                  <c:pt idx="31">
                    <c:v>Mar 2026</c:v>
                  </c:pt>
                  <c:pt idx="32">
                    <c:v>Mar 2026</c:v>
                  </c:pt>
                  <c:pt idx="33">
                    <c:v>Mar 2026</c:v>
                  </c:pt>
                  <c:pt idx="34">
                    <c:v>Mar 2026</c:v>
                  </c:pt>
                  <c:pt idx="35">
                    <c:v>Mar 2026</c:v>
                  </c:pt>
                  <c:pt idx="36">
                    <c:v>Mar 2026</c:v>
                  </c:pt>
                  <c:pt idx="37">
                    <c:v>Mar 2026</c:v>
                  </c:pt>
                  <c:pt idx="38">
                    <c:v>Mar 2026</c:v>
                  </c:pt>
                  <c:pt idx="39">
                    <c:v>Mar 2026</c:v>
                  </c:pt>
                  <c:pt idx="40">
                    <c:v>Mar 2026</c:v>
                  </c:pt>
                  <c:pt idx="41">
                    <c:v>Mar 2026</c:v>
                  </c:pt>
                  <c:pt idx="42">
                    <c:v>Mar 2026</c:v>
                  </c:pt>
                  <c:pt idx="43">
                    <c:v>Mar 2026</c:v>
                  </c:pt>
                  <c:pt idx="44">
                    <c:v>Mar 2026</c:v>
                  </c:pt>
                  <c:pt idx="45">
                    <c:v>Mar 2026</c:v>
                  </c:pt>
                  <c:pt idx="46">
                    <c:v>Mar 2026</c:v>
                  </c:pt>
                  <c:pt idx="47">
                    <c:v>Mar 2026</c:v>
                  </c:pt>
                  <c:pt idx="48">
                    <c:v>Mar 2026</c:v>
                  </c:pt>
                  <c:pt idx="49">
                    <c:v>Apr 2026</c:v>
                  </c:pt>
                  <c:pt idx="50">
                    <c:v>Apr 2026</c:v>
                  </c:pt>
                  <c:pt idx="51">
                    <c:v>Apr 2026</c:v>
                  </c:pt>
                  <c:pt idx="52">
                    <c:v>Apr 2026</c:v>
                  </c:pt>
                  <c:pt idx="53">
                    <c:v>Apr 2026</c:v>
                  </c:pt>
                  <c:pt idx="54">
                    <c:v>Apr 2026</c:v>
                  </c:pt>
                  <c:pt idx="55">
                    <c:v>Apr 2026</c:v>
                  </c:pt>
                  <c:pt idx="56">
                    <c:v>Apr 2026</c:v>
                  </c:pt>
                  <c:pt idx="57">
                    <c:v>Apr 2026</c:v>
                  </c:pt>
                  <c:pt idx="58">
                    <c:v>Apr 2026</c:v>
                  </c:pt>
                  <c:pt idx="59">
                    <c:v>Apr 2026</c:v>
                  </c:pt>
                  <c:pt idx="60">
                    <c:v>Apr 2026</c:v>
                  </c:pt>
                  <c:pt idx="61">
                    <c:v>Apr 2026</c:v>
                  </c:pt>
                  <c:pt idx="62">
                    <c:v>Apr 2026</c:v>
                  </c:pt>
                  <c:pt idx="63">
                    <c:v>Apr 2026</c:v>
                  </c:pt>
                  <c:pt idx="64">
                    <c:v>Apr 2026</c:v>
                  </c:pt>
                  <c:pt idx="65">
                    <c:v>Apr 2026</c:v>
                  </c:pt>
                  <c:pt idx="66">
                    <c:v>Apr 2026</c:v>
                  </c:pt>
                  <c:pt idx="67">
                    <c:v>Apr 2026</c:v>
                  </c:pt>
                  <c:pt idx="68">
                    <c:v>Apr 2026</c:v>
                  </c:pt>
                  <c:pt idx="69">
                    <c:v>Apr 2026</c:v>
                  </c:pt>
                  <c:pt idx="70">
                    <c:v>Apr 2026</c:v>
                  </c:pt>
                  <c:pt idx="71">
                    <c:v>Apr 2026</c:v>
                  </c:pt>
                  <c:pt idx="72">
                    <c:v>Apr 2026</c:v>
                  </c:pt>
                  <c:pt idx="73">
                    <c:v>Apr 2026</c:v>
                  </c:pt>
                  <c:pt idx="74">
                    <c:v>Apr 2026</c:v>
                  </c:pt>
                  <c:pt idx="75">
                    <c:v>Apr 2026</c:v>
                  </c:pt>
                  <c:pt idx="76">
                    <c:v>Apr 2026</c:v>
                  </c:pt>
                  <c:pt idx="77">
                    <c:v>Apr 2026</c:v>
                  </c:pt>
                  <c:pt idx="78">
                    <c:v>Apr 2026</c:v>
                  </c:pt>
                  <c:pt idx="79">
                    <c:v>May 2026</c:v>
                  </c:pt>
                  <c:pt idx="80">
                    <c:v>May 2026</c:v>
                  </c:pt>
                  <c:pt idx="81">
                    <c:v>May 2026</c:v>
                  </c:pt>
                  <c:pt idx="82">
                    <c:v>May 2026</c:v>
                  </c:pt>
                  <c:pt idx="83">
                    <c:v>May 2026</c:v>
                  </c:pt>
                </c:lvl>
              </c:multiLvlStrCache>
            </c:multiLvlStrRef>
          </c:cat>
          <c:val>
            <c:numRef>
              <c:f>Sheet1!$C$2:$C$85</c:f>
              <c:numCache>
                <c:formatCode>General</c:formatCode>
                <c:ptCount val="84"/>
                <c:pt idx="0">
                  <c:v>1000</c:v>
                </c:pt>
                <c:pt idx="1">
                  <c:v>1000</c:v>
                </c:pt>
                <c:pt idx="2">
                  <c:v>1000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Feb 2026</c:v>
                  </c:pt>
                  <c:pt idx="1">
                    <c:v>Feb 2026</c:v>
                  </c:pt>
                  <c:pt idx="2">
                    <c:v>Feb 2026</c:v>
                  </c:pt>
                  <c:pt idx="3">
                    <c:v>Feb 2026</c:v>
                  </c:pt>
                  <c:pt idx="4">
                    <c:v>Feb 2026</c:v>
                  </c:pt>
                  <c:pt idx="5">
                    <c:v>Feb 2026</c:v>
                  </c:pt>
                  <c:pt idx="6">
                    <c:v>Feb 2026</c:v>
                  </c:pt>
                  <c:pt idx="7">
                    <c:v>Feb 2026</c:v>
                  </c:pt>
                  <c:pt idx="8">
                    <c:v>Feb 2026</c:v>
                  </c:pt>
                  <c:pt idx="9">
                    <c:v>Feb 2026</c:v>
                  </c:pt>
                  <c:pt idx="10">
                    <c:v>Feb 2026</c:v>
                  </c:pt>
                  <c:pt idx="11">
                    <c:v>Feb 2026</c:v>
                  </c:pt>
                  <c:pt idx="12">
                    <c:v>Feb 2026</c:v>
                  </c:pt>
                  <c:pt idx="13">
                    <c:v>Feb 2026</c:v>
                  </c:pt>
                  <c:pt idx="14">
                    <c:v>Feb 2026</c:v>
                  </c:pt>
                  <c:pt idx="15">
                    <c:v>Feb 2026</c:v>
                  </c:pt>
                  <c:pt idx="16">
                    <c:v>Feb 2026</c:v>
                  </c:pt>
                  <c:pt idx="17">
                    <c:v>Feb 2026</c:v>
                  </c:pt>
                  <c:pt idx="18">
                    <c:v>Mar 2026</c:v>
                  </c:pt>
                  <c:pt idx="19">
                    <c:v>Mar 2026</c:v>
                  </c:pt>
                  <c:pt idx="20">
                    <c:v>Mar 2026</c:v>
                  </c:pt>
                  <c:pt idx="21">
                    <c:v>Mar 2026</c:v>
                  </c:pt>
                  <c:pt idx="22">
                    <c:v>Mar 2026</c:v>
                  </c:pt>
                  <c:pt idx="23">
                    <c:v>Mar 2026</c:v>
                  </c:pt>
                  <c:pt idx="24">
                    <c:v>Mar 2026</c:v>
                  </c:pt>
                  <c:pt idx="25">
                    <c:v>Mar 2026</c:v>
                  </c:pt>
                  <c:pt idx="26">
                    <c:v>Mar 2026</c:v>
                  </c:pt>
                  <c:pt idx="27">
                    <c:v>Mar 2026</c:v>
                  </c:pt>
                  <c:pt idx="28">
                    <c:v>Mar 2026</c:v>
                  </c:pt>
                  <c:pt idx="29">
                    <c:v>Mar 2026</c:v>
                  </c:pt>
                  <c:pt idx="30">
                    <c:v>Mar 2026</c:v>
                  </c:pt>
                  <c:pt idx="31">
                    <c:v>Mar 2026</c:v>
                  </c:pt>
                  <c:pt idx="32">
                    <c:v>Mar 2026</c:v>
                  </c:pt>
                  <c:pt idx="33">
                    <c:v>Mar 2026</c:v>
                  </c:pt>
                  <c:pt idx="34">
                    <c:v>Mar 2026</c:v>
                  </c:pt>
                  <c:pt idx="35">
                    <c:v>Mar 2026</c:v>
                  </c:pt>
                  <c:pt idx="36">
                    <c:v>Mar 2026</c:v>
                  </c:pt>
                  <c:pt idx="37">
                    <c:v>Mar 2026</c:v>
                  </c:pt>
                  <c:pt idx="38">
                    <c:v>Mar 2026</c:v>
                  </c:pt>
                  <c:pt idx="39">
                    <c:v>Mar 2026</c:v>
                  </c:pt>
                  <c:pt idx="40">
                    <c:v>Mar 2026</c:v>
                  </c:pt>
                  <c:pt idx="41">
                    <c:v>Mar 2026</c:v>
                  </c:pt>
                  <c:pt idx="42">
                    <c:v>Mar 2026</c:v>
                  </c:pt>
                  <c:pt idx="43">
                    <c:v>Mar 2026</c:v>
                  </c:pt>
                  <c:pt idx="44">
                    <c:v>Mar 2026</c:v>
                  </c:pt>
                  <c:pt idx="45">
                    <c:v>Mar 2026</c:v>
                  </c:pt>
                  <c:pt idx="46">
                    <c:v>Mar 2026</c:v>
                  </c:pt>
                  <c:pt idx="47">
                    <c:v>Mar 2026</c:v>
                  </c:pt>
                  <c:pt idx="48">
                    <c:v>Mar 2026</c:v>
                  </c:pt>
                  <c:pt idx="49">
                    <c:v>Apr 2026</c:v>
                  </c:pt>
                  <c:pt idx="50">
                    <c:v>Apr 2026</c:v>
                  </c:pt>
                  <c:pt idx="51">
                    <c:v>Apr 2026</c:v>
                  </c:pt>
                  <c:pt idx="52">
                    <c:v>Apr 2026</c:v>
                  </c:pt>
                  <c:pt idx="53">
                    <c:v>Apr 2026</c:v>
                  </c:pt>
                  <c:pt idx="54">
                    <c:v>Apr 2026</c:v>
                  </c:pt>
                  <c:pt idx="55">
                    <c:v>Apr 2026</c:v>
                  </c:pt>
                  <c:pt idx="56">
                    <c:v>Apr 2026</c:v>
                  </c:pt>
                  <c:pt idx="57">
                    <c:v>Apr 2026</c:v>
                  </c:pt>
                  <c:pt idx="58">
                    <c:v>Apr 2026</c:v>
                  </c:pt>
                  <c:pt idx="59">
                    <c:v>Apr 2026</c:v>
                  </c:pt>
                  <c:pt idx="60">
                    <c:v>Apr 2026</c:v>
                  </c:pt>
                  <c:pt idx="61">
                    <c:v>Apr 2026</c:v>
                  </c:pt>
                  <c:pt idx="62">
                    <c:v>Apr 2026</c:v>
                  </c:pt>
                  <c:pt idx="63">
                    <c:v>Apr 2026</c:v>
                  </c:pt>
                  <c:pt idx="64">
                    <c:v>Apr 2026</c:v>
                  </c:pt>
                  <c:pt idx="65">
                    <c:v>Apr 2026</c:v>
                  </c:pt>
                  <c:pt idx="66">
                    <c:v>Apr 2026</c:v>
                  </c:pt>
                  <c:pt idx="67">
                    <c:v>Apr 2026</c:v>
                  </c:pt>
                  <c:pt idx="68">
                    <c:v>Apr 2026</c:v>
                  </c:pt>
                  <c:pt idx="69">
                    <c:v>Apr 2026</c:v>
                  </c:pt>
                  <c:pt idx="70">
                    <c:v>Apr 2026</c:v>
                  </c:pt>
                  <c:pt idx="71">
                    <c:v>Apr 2026</c:v>
                  </c:pt>
                  <c:pt idx="72">
                    <c:v>Apr 2026</c:v>
                  </c:pt>
                  <c:pt idx="73">
                    <c:v>Apr 2026</c:v>
                  </c:pt>
                  <c:pt idx="74">
                    <c:v>Apr 2026</c:v>
                  </c:pt>
                  <c:pt idx="75">
                    <c:v>Apr 2026</c:v>
                  </c:pt>
                  <c:pt idx="76">
                    <c:v>Apr 2026</c:v>
                  </c:pt>
                  <c:pt idx="77">
                    <c:v>Apr 2026</c:v>
                  </c:pt>
                  <c:pt idx="78">
                    <c:v>Apr 2026</c:v>
                  </c:pt>
                  <c:pt idx="79">
                    <c:v>May 2026</c:v>
                  </c:pt>
                  <c:pt idx="80">
                    <c:v>May 2026</c:v>
                  </c:pt>
                  <c:pt idx="81">
                    <c:v>May 2026</c:v>
                  </c:pt>
                  <c:pt idx="82">
                    <c:v>May 2026</c:v>
                  </c:pt>
                  <c:pt idx="83">
                    <c:v>May 2026</c:v>
                  </c:pt>
                </c:lvl>
              </c:multiLvlStrCache>
            </c:multiLvlStrRef>
          </c:cat>
          <c:val>
            <c:numRef>
              <c:f>Sheet1!$D$2:$D$85</c:f>
              <c:numCache>
                <c:formatCode>General</c:formatCode>
                <c:ptCount val="84"/>
                <c:pt idx="0">
                  <c:v>1000</c:v>
                </c:pt>
                <c:pt idx="1">
                  <c:v>1002.69</c:v>
                </c:pt>
                <c:pt idx="2">
                  <c:v>1005.29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2026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TEMPORAL,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Temporal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-85.31%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50,78%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49,22%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2026-05-17T03:06:48Z</dcterms:created>
  <dcterms:modified xsi:type="dcterms:W3CDTF">2026-05-17T03:06:48Z</dcterms:modified>
</cp:coreProperties>
</file>