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505.86</c:v>
                </c:pt>
                <c:pt idx="1">
                  <c:v>508.34</c:v>
                </c:pt>
                <c:pt idx="2">
                  <c:v>509.72</c:v>
                </c:pt>
                <c:pt idx="3">
                  <c:v>510.54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1000</c:v>
                </c:pt>
                <c:pt idx="1">
                  <c:v>1005.79</c:v>
                </c:pt>
                <c:pt idx="2">
                  <c:v>1010.96</c:v>
                </c:pt>
                <c:pt idx="3">
                  <c:v>1011.88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2026-02-28</c:v>
                  </c:pt>
                  <c:pt idx="1">
                    <c:v>2026-03-31</c:v>
                  </c:pt>
                  <c:pt idx="2">
                    <c:v>2026-04-30</c:v>
                  </c:pt>
                  <c:pt idx="3">
                    <c:v>2026-05-31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890.19</c:v>
                </c:pt>
                <c:pt idx="1">
                  <c:v>892.05</c:v>
                </c:pt>
                <c:pt idx="2">
                  <c:v>896.03</c:v>
                </c:pt>
                <c:pt idx="3">
                  <c:v>896.03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2026-05-18T17:38:50Z</dcterms:created>
  <dcterms:modified xsi:type="dcterms:W3CDTF">2026-05-18T17:38:50Z</dcterms:modified>
</cp:coreProperties>
</file>