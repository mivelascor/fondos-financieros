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1004.01</c:v>
                </c:pt>
                <c:pt idx="2">
                  <c:v>1007.78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1000</c:v>
                </c:pt>
                <c:pt idx="1">
                  <c:v>1002.69</c:v>
                </c:pt>
                <c:pt idx="2">
                  <c:v>1005.29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2026-05-15T17:18:11Z</dcterms:created>
  <dcterms:modified xsi:type="dcterms:W3CDTF">2026-05-15T17:18:11Z</dcterms:modified>
</cp:coreProperties>
</file>