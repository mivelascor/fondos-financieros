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Temporal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Feb 2026</c:v>
                  </c:pt>
                  <c:pt idx="1">
                    <c:v>Mar 2026</c:v>
                  </c:pt>
                  <c:pt idx="2">
                    <c:v>Apr 2026</c:v>
                  </c:pt>
                  <c:pt idx="3">
                    <c:v>May 2026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1000</c:v>
                </c:pt>
                <c:pt idx="1">
                  <c:v>1005.79</c:v>
                </c:pt>
                <c:pt idx="2">
                  <c:v>1010.96</c:v>
                </c:pt>
                <c:pt idx="3">
                  <c:v>1011.88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Feb 2026</c:v>
                  </c:pt>
                  <c:pt idx="1">
                    <c:v>Mar 2026</c:v>
                  </c:pt>
                  <c:pt idx="2">
                    <c:v>Apr 2026</c:v>
                  </c:pt>
                  <c:pt idx="3">
                    <c:v>May 2026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1000</c:v>
                </c:pt>
                <c:pt idx="1">
                  <c:v>1003.76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February 2026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TEMPORAL,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2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Temporal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2,92%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2026-05-14T22:16:00Z</dcterms:created>
  <dcterms:modified xsi:type="dcterms:W3CDTF">2026-05-14T22:16:00Z</dcterms:modified>
</cp:coreProperties>
</file>