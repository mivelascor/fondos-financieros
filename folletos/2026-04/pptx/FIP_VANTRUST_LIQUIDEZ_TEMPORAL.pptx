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Temporal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Sheet1!$A$2:$A$85</c:f>
              <c:multiLvlStrCache>
                <c:ptCount val="84"/>
                <c:lvl>
                  <c:pt idx="0">
                    <c:v>Feb 2026</c:v>
                  </c:pt>
                  <c:pt idx="1">
                    <c:v>Feb 2026</c:v>
                  </c:pt>
                  <c:pt idx="2">
                    <c:v>Feb 2026</c:v>
                  </c:pt>
                  <c:pt idx="3">
                    <c:v>Feb 2026</c:v>
                  </c:pt>
                  <c:pt idx="4">
                    <c:v>Feb 2026</c:v>
                  </c:pt>
                  <c:pt idx="5">
                    <c:v>Feb 2026</c:v>
                  </c:pt>
                  <c:pt idx="6">
                    <c:v>Feb 2026</c:v>
                  </c:pt>
                  <c:pt idx="7">
                    <c:v>Feb 2026</c:v>
                  </c:pt>
                  <c:pt idx="8">
                    <c:v>Feb 2026</c:v>
                  </c:pt>
                  <c:pt idx="9">
                    <c:v>Feb 2026</c:v>
                  </c:pt>
                  <c:pt idx="10">
                    <c:v>Feb 2026</c:v>
                  </c:pt>
                  <c:pt idx="11">
                    <c:v>Feb 2026</c:v>
                  </c:pt>
                  <c:pt idx="12">
                    <c:v>Feb 2026</c:v>
                  </c:pt>
                  <c:pt idx="13">
                    <c:v>Feb 2026</c:v>
                  </c:pt>
                  <c:pt idx="14">
                    <c:v>Feb 2026</c:v>
                  </c:pt>
                  <c:pt idx="15">
                    <c:v>Feb 2026</c:v>
                  </c:pt>
                  <c:pt idx="16">
                    <c:v>Feb 2026</c:v>
                  </c:pt>
                  <c:pt idx="17">
                    <c:v>Feb 2026</c:v>
                  </c:pt>
                  <c:pt idx="18">
                    <c:v>Mar 2026</c:v>
                  </c:pt>
                  <c:pt idx="19">
                    <c:v>Mar 2026</c:v>
                  </c:pt>
                  <c:pt idx="20">
                    <c:v>Mar 2026</c:v>
                  </c:pt>
                  <c:pt idx="21">
                    <c:v>Mar 2026</c:v>
                  </c:pt>
                  <c:pt idx="22">
                    <c:v>Mar 2026</c:v>
                  </c:pt>
                  <c:pt idx="23">
                    <c:v>Mar 2026</c:v>
                  </c:pt>
                  <c:pt idx="24">
                    <c:v>Mar 2026</c:v>
                  </c:pt>
                  <c:pt idx="25">
                    <c:v>Mar 2026</c:v>
                  </c:pt>
                  <c:pt idx="26">
                    <c:v>Mar 2026</c:v>
                  </c:pt>
                  <c:pt idx="27">
                    <c:v>Mar 2026</c:v>
                  </c:pt>
                  <c:pt idx="28">
                    <c:v>Mar 2026</c:v>
                  </c:pt>
                  <c:pt idx="29">
                    <c:v>Mar 2026</c:v>
                  </c:pt>
                  <c:pt idx="30">
                    <c:v>Mar 2026</c:v>
                  </c:pt>
                  <c:pt idx="31">
                    <c:v>Mar 2026</c:v>
                  </c:pt>
                  <c:pt idx="32">
                    <c:v>Mar 2026</c:v>
                  </c:pt>
                  <c:pt idx="33">
                    <c:v>Mar 2026</c:v>
                  </c:pt>
                  <c:pt idx="34">
                    <c:v>Mar 2026</c:v>
                  </c:pt>
                  <c:pt idx="35">
                    <c:v>Mar 2026</c:v>
                  </c:pt>
                  <c:pt idx="36">
                    <c:v>Mar 2026</c:v>
                  </c:pt>
                  <c:pt idx="37">
                    <c:v>Mar 2026</c:v>
                  </c:pt>
                  <c:pt idx="38">
                    <c:v>Mar 2026</c:v>
                  </c:pt>
                  <c:pt idx="39">
                    <c:v>Mar 2026</c:v>
                  </c:pt>
                  <c:pt idx="40">
                    <c:v>Mar 2026</c:v>
                  </c:pt>
                  <c:pt idx="41">
                    <c:v>Mar 2026</c:v>
                  </c:pt>
                  <c:pt idx="42">
                    <c:v>Mar 2026</c:v>
                  </c:pt>
                  <c:pt idx="43">
                    <c:v>Mar 2026</c:v>
                  </c:pt>
                  <c:pt idx="44">
                    <c:v>Mar 2026</c:v>
                  </c:pt>
                  <c:pt idx="45">
                    <c:v>Mar 2026</c:v>
                  </c:pt>
                  <c:pt idx="46">
                    <c:v>Mar 2026</c:v>
                  </c:pt>
                  <c:pt idx="47">
                    <c:v>Mar 2026</c:v>
                  </c:pt>
                  <c:pt idx="48">
                    <c:v>Mar 2026</c:v>
                  </c:pt>
                  <c:pt idx="49">
                    <c:v>Apr 2026</c:v>
                  </c:pt>
                  <c:pt idx="50">
                    <c:v>Apr 2026</c:v>
                  </c:pt>
                  <c:pt idx="51">
                    <c:v>Apr 2026</c:v>
                  </c:pt>
                  <c:pt idx="52">
                    <c:v>Apr 2026</c:v>
                  </c:pt>
                  <c:pt idx="53">
                    <c:v>Apr 2026</c:v>
                  </c:pt>
                  <c:pt idx="54">
                    <c:v>Apr 2026</c:v>
                  </c:pt>
                  <c:pt idx="55">
                    <c:v>Apr 2026</c:v>
                  </c:pt>
                  <c:pt idx="56">
                    <c:v>Apr 2026</c:v>
                  </c:pt>
                  <c:pt idx="57">
                    <c:v>Apr 2026</c:v>
                  </c:pt>
                  <c:pt idx="58">
                    <c:v>Apr 2026</c:v>
                  </c:pt>
                  <c:pt idx="59">
                    <c:v>Apr 2026</c:v>
                  </c:pt>
                  <c:pt idx="60">
                    <c:v>Apr 2026</c:v>
                  </c:pt>
                  <c:pt idx="61">
                    <c:v>Apr 2026</c:v>
                  </c:pt>
                  <c:pt idx="62">
                    <c:v>Apr 2026</c:v>
                  </c:pt>
                  <c:pt idx="63">
                    <c:v>Apr 2026</c:v>
                  </c:pt>
                  <c:pt idx="64">
                    <c:v>Apr 2026</c:v>
                  </c:pt>
                  <c:pt idx="65">
                    <c:v>Apr 2026</c:v>
                  </c:pt>
                  <c:pt idx="66">
                    <c:v>Apr 2026</c:v>
                  </c:pt>
                  <c:pt idx="67">
                    <c:v>Apr 2026</c:v>
                  </c:pt>
                  <c:pt idx="68">
                    <c:v>Apr 2026</c:v>
                  </c:pt>
                  <c:pt idx="69">
                    <c:v>Apr 2026</c:v>
                  </c:pt>
                  <c:pt idx="70">
                    <c:v>Apr 2026</c:v>
                  </c:pt>
                  <c:pt idx="71">
                    <c:v>Apr 2026</c:v>
                  </c:pt>
                  <c:pt idx="72">
                    <c:v>Apr 2026</c:v>
                  </c:pt>
                  <c:pt idx="73">
                    <c:v>Apr 2026</c:v>
                  </c:pt>
                  <c:pt idx="74">
                    <c:v>Apr 2026</c:v>
                  </c:pt>
                  <c:pt idx="75">
                    <c:v>Apr 2026</c:v>
                  </c:pt>
                  <c:pt idx="76">
                    <c:v>Apr 2026</c:v>
                  </c:pt>
                  <c:pt idx="77">
                    <c:v>Apr 2026</c:v>
                  </c:pt>
                  <c:pt idx="78">
                    <c:v>Apr 2026</c:v>
                  </c:pt>
                  <c:pt idx="79">
                    <c:v>May 2026</c:v>
                  </c:pt>
                  <c:pt idx="80">
                    <c:v>May 2026</c:v>
                  </c:pt>
                  <c:pt idx="81">
                    <c:v>May 2026</c:v>
                  </c:pt>
                  <c:pt idx="82">
                    <c:v>May 2026</c:v>
                  </c:pt>
                  <c:pt idx="83">
                    <c:v>May 2026</c:v>
                  </c:pt>
                </c:lvl>
              </c:multiLvlStrCache>
            </c:multiLvlStrRef>
          </c:cat>
          <c:val>
            <c:numRef>
              <c:f>Sheet1!$B$2:$B$85</c:f>
              <c:numCache>
                <c:formatCode>General</c:formatCode>
                <c:ptCount val="84"/>
                <c:pt idx="0">
                  <c:v>1000</c:v>
                </c:pt>
                <c:pt idx="1">
                  <c:v>1000.49</c:v>
                </c:pt>
                <c:pt idx="2">
                  <c:v>1000.84</c:v>
                </c:pt>
                <c:pt idx="3">
                  <c:v>1001.2</c:v>
                </c:pt>
                <c:pt idx="4">
                  <c:v>1001.56</c:v>
                </c:pt>
                <c:pt idx="5">
                  <c:v>1001.58</c:v>
                </c:pt>
                <c:pt idx="6">
                  <c:v>1001.59</c:v>
                </c:pt>
                <c:pt idx="7">
                  <c:v>1001.72</c:v>
                </c:pt>
                <c:pt idx="8">
                  <c:v>1002.08</c:v>
                </c:pt>
                <c:pt idx="9">
                  <c:v>1002.53</c:v>
                </c:pt>
                <c:pt idx="10">
                  <c:v>1002.92</c:v>
                </c:pt>
                <c:pt idx="11">
                  <c:v>1003.3</c:v>
                </c:pt>
                <c:pt idx="12">
                  <c:v>1003.65</c:v>
                </c:pt>
                <c:pt idx="13">
                  <c:v>1003.92</c:v>
                </c:pt>
                <c:pt idx="14">
                  <c:v>1004.13</c:v>
                </c:pt>
                <c:pt idx="15">
                  <c:v>1004.34</c:v>
                </c:pt>
                <c:pt idx="16">
                  <c:v>1004.44</c:v>
                </c:pt>
                <c:pt idx="17">
                  <c:v>1004.64</c:v>
                </c:pt>
                <c:pt idx="18">
                  <c:v>1004.85</c:v>
                </c:pt>
                <c:pt idx="19">
                  <c:v>1005.05</c:v>
                </c:pt>
                <c:pt idx="20">
                  <c:v>1005.26</c:v>
                </c:pt>
                <c:pt idx="21">
                  <c:v>1005.46</c:v>
                </c:pt>
                <c:pt idx="22">
                  <c:v>1005.66</c:v>
                </c:pt>
                <c:pt idx="23">
                  <c:v>1005.85</c:v>
                </c:pt>
                <c:pt idx="24">
                  <c:v>1006.05</c:v>
                </c:pt>
                <c:pt idx="25">
                  <c:v>1006.25</c:v>
                </c:pt>
                <c:pt idx="26">
                  <c:v>1006.44</c:v>
                </c:pt>
                <c:pt idx="27">
                  <c:v>1006.63</c:v>
                </c:pt>
                <c:pt idx="28">
                  <c:v>1006.82</c:v>
                </c:pt>
                <c:pt idx="29">
                  <c:v>1007.01</c:v>
                </c:pt>
                <c:pt idx="30">
                  <c:v>1007.2</c:v>
                </c:pt>
                <c:pt idx="31">
                  <c:v>1007.38</c:v>
                </c:pt>
                <c:pt idx="32">
                  <c:v>1007.57</c:v>
                </c:pt>
                <c:pt idx="33">
                  <c:v>1007.74</c:v>
                </c:pt>
                <c:pt idx="34">
                  <c:v>1007.93</c:v>
                </c:pt>
                <c:pt idx="35">
                  <c:v>1008.12</c:v>
                </c:pt>
                <c:pt idx="36">
                  <c:v>1008.31</c:v>
                </c:pt>
                <c:pt idx="37">
                  <c:v>1008.6</c:v>
                </c:pt>
                <c:pt idx="38">
                  <c:v>1008.8</c:v>
                </c:pt>
                <c:pt idx="39">
                  <c:v>1009</c:v>
                </c:pt>
                <c:pt idx="40">
                  <c:v>1009.2</c:v>
                </c:pt>
                <c:pt idx="41">
                  <c:v>1009.4</c:v>
                </c:pt>
                <c:pt idx="42">
                  <c:v>1009.51</c:v>
                </c:pt>
                <c:pt idx="43">
                  <c:v>1009.62</c:v>
                </c:pt>
                <c:pt idx="44">
                  <c:v>1009.75</c:v>
                </c:pt>
                <c:pt idx="45">
                  <c:v>1009.95</c:v>
                </c:pt>
                <c:pt idx="46">
                  <c:v>1010.14</c:v>
                </c:pt>
                <c:pt idx="47">
                  <c:v>1010.31</c:v>
                </c:pt>
                <c:pt idx="48">
                  <c:v>1010.46</c:v>
                </c:pt>
                <c:pt idx="49">
                  <c:v>1010.62</c:v>
                </c:pt>
                <c:pt idx="50">
                  <c:v>1010.78</c:v>
                </c:pt>
                <c:pt idx="51">
                  <c:v>1010.98</c:v>
                </c:pt>
                <c:pt idx="52">
                  <c:v>1011.18</c:v>
                </c:pt>
                <c:pt idx="53">
                  <c:v>1011.39</c:v>
                </c:pt>
                <c:pt idx="54">
                  <c:v>1011.54</c:v>
                </c:pt>
                <c:pt idx="55">
                  <c:v>1011.7</c:v>
                </c:pt>
                <c:pt idx="56">
                  <c:v>1011.9</c:v>
                </c:pt>
                <c:pt idx="57">
                  <c:v>1012.05</c:v>
                </c:pt>
                <c:pt idx="58">
                  <c:v>1012.24</c:v>
                </c:pt>
                <c:pt idx="59">
                  <c:v>1012.44</c:v>
                </c:pt>
                <c:pt idx="60">
                  <c:v>1012.63</c:v>
                </c:pt>
                <c:pt idx="61">
                  <c:v>1012.78</c:v>
                </c:pt>
                <c:pt idx="62">
                  <c:v>1012.93</c:v>
                </c:pt>
                <c:pt idx="63">
                  <c:v>1013.07</c:v>
                </c:pt>
                <c:pt idx="64">
                  <c:v>1013.27</c:v>
                </c:pt>
                <c:pt idx="65">
                  <c:v>1013.45</c:v>
                </c:pt>
                <c:pt idx="66">
                  <c:v>1013.64</c:v>
                </c:pt>
                <c:pt idx="67">
                  <c:v>1013.83</c:v>
                </c:pt>
                <c:pt idx="68">
                  <c:v>1013.95</c:v>
                </c:pt>
                <c:pt idx="69">
                  <c:v>1014.14</c:v>
                </c:pt>
                <c:pt idx="70">
                  <c:v>1014.29</c:v>
                </c:pt>
                <c:pt idx="71">
                  <c:v>1014.44</c:v>
                </c:pt>
                <c:pt idx="72">
                  <c:v>1014.63</c:v>
                </c:pt>
                <c:pt idx="73">
                  <c:v>1014.83</c:v>
                </c:pt>
                <c:pt idx="74">
                  <c:v>1015.02</c:v>
                </c:pt>
                <c:pt idx="75">
                  <c:v>1015.17</c:v>
                </c:pt>
                <c:pt idx="76">
                  <c:v>1015.33</c:v>
                </c:pt>
                <c:pt idx="77">
                  <c:v>1015.49</c:v>
                </c:pt>
                <c:pt idx="78">
                  <c:v>1015.66</c:v>
                </c:pt>
                <c:pt idx="79">
                  <c:v>1015.86</c:v>
                </c:pt>
                <c:pt idx="80">
                  <c:v>1016.07</c:v>
                </c:pt>
                <c:pt idx="81">
                  <c:v>1016.28</c:v>
                </c:pt>
                <c:pt idx="82">
                  <c:v>1016.44</c:v>
                </c:pt>
                <c:pt idx="83">
                  <c:v>1016.58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Sheet1!$A$2:$A$85</c:f>
              <c:multiLvlStrCache>
                <c:ptCount val="84"/>
                <c:lvl>
                  <c:pt idx="0">
                    <c:v>Feb 2026</c:v>
                  </c:pt>
                  <c:pt idx="1">
                    <c:v>Feb 2026</c:v>
                  </c:pt>
                  <c:pt idx="2">
                    <c:v>Feb 2026</c:v>
                  </c:pt>
                  <c:pt idx="3">
                    <c:v>Feb 2026</c:v>
                  </c:pt>
                  <c:pt idx="4">
                    <c:v>Feb 2026</c:v>
                  </c:pt>
                  <c:pt idx="5">
                    <c:v>Feb 2026</c:v>
                  </c:pt>
                  <c:pt idx="6">
                    <c:v>Feb 2026</c:v>
                  </c:pt>
                  <c:pt idx="7">
                    <c:v>Feb 2026</c:v>
                  </c:pt>
                  <c:pt idx="8">
                    <c:v>Feb 2026</c:v>
                  </c:pt>
                  <c:pt idx="9">
                    <c:v>Feb 2026</c:v>
                  </c:pt>
                  <c:pt idx="10">
                    <c:v>Feb 2026</c:v>
                  </c:pt>
                  <c:pt idx="11">
                    <c:v>Feb 2026</c:v>
                  </c:pt>
                  <c:pt idx="12">
                    <c:v>Feb 2026</c:v>
                  </c:pt>
                  <c:pt idx="13">
                    <c:v>Feb 2026</c:v>
                  </c:pt>
                  <c:pt idx="14">
                    <c:v>Feb 2026</c:v>
                  </c:pt>
                  <c:pt idx="15">
                    <c:v>Feb 2026</c:v>
                  </c:pt>
                  <c:pt idx="16">
                    <c:v>Feb 2026</c:v>
                  </c:pt>
                  <c:pt idx="17">
                    <c:v>Feb 2026</c:v>
                  </c:pt>
                  <c:pt idx="18">
                    <c:v>Mar 2026</c:v>
                  </c:pt>
                  <c:pt idx="19">
                    <c:v>Mar 2026</c:v>
                  </c:pt>
                  <c:pt idx="20">
                    <c:v>Mar 2026</c:v>
                  </c:pt>
                  <c:pt idx="21">
                    <c:v>Mar 2026</c:v>
                  </c:pt>
                  <c:pt idx="22">
                    <c:v>Mar 2026</c:v>
                  </c:pt>
                  <c:pt idx="23">
                    <c:v>Mar 2026</c:v>
                  </c:pt>
                  <c:pt idx="24">
                    <c:v>Mar 2026</c:v>
                  </c:pt>
                  <c:pt idx="25">
                    <c:v>Mar 2026</c:v>
                  </c:pt>
                  <c:pt idx="26">
                    <c:v>Mar 2026</c:v>
                  </c:pt>
                  <c:pt idx="27">
                    <c:v>Mar 2026</c:v>
                  </c:pt>
                  <c:pt idx="28">
                    <c:v>Mar 2026</c:v>
                  </c:pt>
                  <c:pt idx="29">
                    <c:v>Mar 2026</c:v>
                  </c:pt>
                  <c:pt idx="30">
                    <c:v>Mar 2026</c:v>
                  </c:pt>
                  <c:pt idx="31">
                    <c:v>Mar 2026</c:v>
                  </c:pt>
                  <c:pt idx="32">
                    <c:v>Mar 2026</c:v>
                  </c:pt>
                  <c:pt idx="33">
                    <c:v>Mar 2026</c:v>
                  </c:pt>
                  <c:pt idx="34">
                    <c:v>Mar 2026</c:v>
                  </c:pt>
                  <c:pt idx="35">
                    <c:v>Mar 2026</c:v>
                  </c:pt>
                  <c:pt idx="36">
                    <c:v>Mar 2026</c:v>
                  </c:pt>
                  <c:pt idx="37">
                    <c:v>Mar 2026</c:v>
                  </c:pt>
                  <c:pt idx="38">
                    <c:v>Mar 2026</c:v>
                  </c:pt>
                  <c:pt idx="39">
                    <c:v>Mar 2026</c:v>
                  </c:pt>
                  <c:pt idx="40">
                    <c:v>Mar 2026</c:v>
                  </c:pt>
                  <c:pt idx="41">
                    <c:v>Mar 2026</c:v>
                  </c:pt>
                  <c:pt idx="42">
                    <c:v>Mar 2026</c:v>
                  </c:pt>
                  <c:pt idx="43">
                    <c:v>Mar 2026</c:v>
                  </c:pt>
                  <c:pt idx="44">
                    <c:v>Mar 2026</c:v>
                  </c:pt>
                  <c:pt idx="45">
                    <c:v>Mar 2026</c:v>
                  </c:pt>
                  <c:pt idx="46">
                    <c:v>Mar 2026</c:v>
                  </c:pt>
                  <c:pt idx="47">
                    <c:v>Mar 2026</c:v>
                  </c:pt>
                  <c:pt idx="48">
                    <c:v>Mar 2026</c:v>
                  </c:pt>
                  <c:pt idx="49">
                    <c:v>Apr 2026</c:v>
                  </c:pt>
                  <c:pt idx="50">
                    <c:v>Apr 2026</c:v>
                  </c:pt>
                  <c:pt idx="51">
                    <c:v>Apr 2026</c:v>
                  </c:pt>
                  <c:pt idx="52">
                    <c:v>Apr 2026</c:v>
                  </c:pt>
                  <c:pt idx="53">
                    <c:v>Apr 2026</c:v>
                  </c:pt>
                  <c:pt idx="54">
                    <c:v>Apr 2026</c:v>
                  </c:pt>
                  <c:pt idx="55">
                    <c:v>Apr 2026</c:v>
                  </c:pt>
                  <c:pt idx="56">
                    <c:v>Apr 2026</c:v>
                  </c:pt>
                  <c:pt idx="57">
                    <c:v>Apr 2026</c:v>
                  </c:pt>
                  <c:pt idx="58">
                    <c:v>Apr 2026</c:v>
                  </c:pt>
                  <c:pt idx="59">
                    <c:v>Apr 2026</c:v>
                  </c:pt>
                  <c:pt idx="60">
                    <c:v>Apr 2026</c:v>
                  </c:pt>
                  <c:pt idx="61">
                    <c:v>Apr 2026</c:v>
                  </c:pt>
                  <c:pt idx="62">
                    <c:v>Apr 2026</c:v>
                  </c:pt>
                  <c:pt idx="63">
                    <c:v>Apr 2026</c:v>
                  </c:pt>
                  <c:pt idx="64">
                    <c:v>Apr 2026</c:v>
                  </c:pt>
                  <c:pt idx="65">
                    <c:v>Apr 2026</c:v>
                  </c:pt>
                  <c:pt idx="66">
                    <c:v>Apr 2026</c:v>
                  </c:pt>
                  <c:pt idx="67">
                    <c:v>Apr 2026</c:v>
                  </c:pt>
                  <c:pt idx="68">
                    <c:v>Apr 2026</c:v>
                  </c:pt>
                  <c:pt idx="69">
                    <c:v>Apr 2026</c:v>
                  </c:pt>
                  <c:pt idx="70">
                    <c:v>Apr 2026</c:v>
                  </c:pt>
                  <c:pt idx="71">
                    <c:v>Apr 2026</c:v>
                  </c:pt>
                  <c:pt idx="72">
                    <c:v>Apr 2026</c:v>
                  </c:pt>
                  <c:pt idx="73">
                    <c:v>Apr 2026</c:v>
                  </c:pt>
                  <c:pt idx="74">
                    <c:v>Apr 2026</c:v>
                  </c:pt>
                  <c:pt idx="75">
                    <c:v>Apr 2026</c:v>
                  </c:pt>
                  <c:pt idx="76">
                    <c:v>Apr 2026</c:v>
                  </c:pt>
                  <c:pt idx="77">
                    <c:v>Apr 2026</c:v>
                  </c:pt>
                  <c:pt idx="78">
                    <c:v>Apr 2026</c:v>
                  </c:pt>
                  <c:pt idx="79">
                    <c:v>May 2026</c:v>
                  </c:pt>
                  <c:pt idx="80">
                    <c:v>May 2026</c:v>
                  </c:pt>
                  <c:pt idx="81">
                    <c:v>May 2026</c:v>
                  </c:pt>
                  <c:pt idx="82">
                    <c:v>May 2026</c:v>
                  </c:pt>
                  <c:pt idx="83">
                    <c:v>May 2026</c:v>
                  </c:pt>
                </c:lvl>
              </c:multiLvlStrCache>
            </c:multiLvlStrRef>
          </c:cat>
          <c:val>
            <c:numRef>
              <c:f>Sheet1!$C$2:$C$85</c:f>
              <c:numCache>
                <c:formatCode>General</c:formatCode>
                <c:ptCount val="84"/>
                <c:pt idx="0">
                  <c:v>1000</c:v>
                </c:pt>
                <c:pt idx="1">
                  <c:v>1004.01</c:v>
                </c:pt>
                <c:pt idx="2">
                  <c:v>1007.78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0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8288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64592"/>
            <a:ext cx="2194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82880" y="1536192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228600" y="1920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28600" y="21214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21945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80" dirty="0"/>
          </a:p>
        </p:txBody>
      </p:sp>
      <p:sp>
        <p:nvSpPr>
          <p:cNvPr id="10" name="Text 8"/>
          <p:cNvSpPr/>
          <p:nvPr/>
        </p:nvSpPr>
        <p:spPr>
          <a:xfrm>
            <a:off x="1161288" y="21945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80" dirty="0"/>
          </a:p>
        </p:txBody>
      </p:sp>
      <p:sp>
        <p:nvSpPr>
          <p:cNvPr id="11" name="Text 9"/>
          <p:cNvSpPr/>
          <p:nvPr/>
        </p:nvSpPr>
        <p:spPr>
          <a:xfrm>
            <a:off x="228600" y="23774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80" dirty="0"/>
          </a:p>
        </p:txBody>
      </p:sp>
      <p:sp>
        <p:nvSpPr>
          <p:cNvPr id="12" name="Text 10"/>
          <p:cNvSpPr/>
          <p:nvPr/>
        </p:nvSpPr>
        <p:spPr>
          <a:xfrm>
            <a:off x="1161288" y="23774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80" dirty="0"/>
          </a:p>
        </p:txBody>
      </p:sp>
      <p:sp>
        <p:nvSpPr>
          <p:cNvPr id="13" name="Text 11"/>
          <p:cNvSpPr/>
          <p:nvPr/>
        </p:nvSpPr>
        <p:spPr>
          <a:xfrm>
            <a:off x="228600" y="25603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80" dirty="0"/>
          </a:p>
        </p:txBody>
      </p:sp>
      <p:sp>
        <p:nvSpPr>
          <p:cNvPr id="14" name="Text 12"/>
          <p:cNvSpPr/>
          <p:nvPr/>
        </p:nvSpPr>
        <p:spPr>
          <a:xfrm>
            <a:off x="1161288" y="25603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80" dirty="0"/>
          </a:p>
        </p:txBody>
      </p:sp>
      <p:sp>
        <p:nvSpPr>
          <p:cNvPr id="15" name="Text 13"/>
          <p:cNvSpPr/>
          <p:nvPr/>
        </p:nvSpPr>
        <p:spPr>
          <a:xfrm>
            <a:off x="228600" y="274320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80" dirty="0"/>
          </a:p>
        </p:txBody>
      </p:sp>
      <p:sp>
        <p:nvSpPr>
          <p:cNvPr id="16" name="Text 14"/>
          <p:cNvSpPr/>
          <p:nvPr/>
        </p:nvSpPr>
        <p:spPr>
          <a:xfrm>
            <a:off x="1161288" y="274320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80" dirty="0"/>
          </a:p>
        </p:txBody>
      </p:sp>
      <p:sp>
        <p:nvSpPr>
          <p:cNvPr id="17" name="Text 15"/>
          <p:cNvSpPr/>
          <p:nvPr/>
        </p:nvSpPr>
        <p:spPr>
          <a:xfrm>
            <a:off x="228600" y="292608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80" dirty="0"/>
          </a:p>
        </p:txBody>
      </p:sp>
      <p:sp>
        <p:nvSpPr>
          <p:cNvPr id="18" name="Text 16"/>
          <p:cNvSpPr/>
          <p:nvPr/>
        </p:nvSpPr>
        <p:spPr>
          <a:xfrm>
            <a:off x="1161288" y="292608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February 2026</a:t>
            </a:r>
            <a:endParaRPr lang="en-US" sz="680" dirty="0"/>
          </a:p>
        </p:txBody>
      </p:sp>
      <p:sp>
        <p:nvSpPr>
          <p:cNvPr id="19" name="Text 17"/>
          <p:cNvSpPr/>
          <p:nvPr/>
        </p:nvSpPr>
        <p:spPr>
          <a:xfrm>
            <a:off x="228600" y="31089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80" dirty="0"/>
          </a:p>
        </p:txBody>
      </p:sp>
      <p:sp>
        <p:nvSpPr>
          <p:cNvPr id="20" name="Text 18"/>
          <p:cNvSpPr/>
          <p:nvPr/>
        </p:nvSpPr>
        <p:spPr>
          <a:xfrm>
            <a:off x="1161288" y="31089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80" dirty="0"/>
          </a:p>
        </p:txBody>
      </p:sp>
      <p:sp>
        <p:nvSpPr>
          <p:cNvPr id="21" name="Text 19"/>
          <p:cNvSpPr/>
          <p:nvPr/>
        </p:nvSpPr>
        <p:spPr>
          <a:xfrm>
            <a:off x="228600" y="32918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80" dirty="0"/>
          </a:p>
        </p:txBody>
      </p:sp>
      <p:sp>
        <p:nvSpPr>
          <p:cNvPr id="22" name="Text 20"/>
          <p:cNvSpPr/>
          <p:nvPr/>
        </p:nvSpPr>
        <p:spPr>
          <a:xfrm>
            <a:off x="1161288" y="32918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228600" y="34747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80" dirty="0"/>
          </a:p>
        </p:txBody>
      </p:sp>
      <p:sp>
        <p:nvSpPr>
          <p:cNvPr id="24" name="Text 22"/>
          <p:cNvSpPr/>
          <p:nvPr/>
        </p:nvSpPr>
        <p:spPr>
          <a:xfrm>
            <a:off x="1161288" y="34747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80" dirty="0"/>
          </a:p>
        </p:txBody>
      </p:sp>
      <p:sp>
        <p:nvSpPr>
          <p:cNvPr id="25" name="Text 23"/>
          <p:cNvSpPr/>
          <p:nvPr/>
        </p:nvSpPr>
        <p:spPr>
          <a:xfrm>
            <a:off x="228600" y="36576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80" dirty="0"/>
          </a:p>
        </p:txBody>
      </p:sp>
      <p:sp>
        <p:nvSpPr>
          <p:cNvPr id="26" name="Text 24"/>
          <p:cNvSpPr/>
          <p:nvPr/>
        </p:nvSpPr>
        <p:spPr>
          <a:xfrm>
            <a:off x="1161288" y="365760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80" dirty="0"/>
          </a:p>
        </p:txBody>
      </p:sp>
      <p:sp>
        <p:nvSpPr>
          <p:cNvPr id="27" name="Text 25"/>
          <p:cNvSpPr/>
          <p:nvPr/>
        </p:nvSpPr>
        <p:spPr>
          <a:xfrm>
            <a:off x="228600" y="39319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1161288" y="393192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80" dirty="0"/>
          </a:p>
        </p:txBody>
      </p:sp>
      <p:sp>
        <p:nvSpPr>
          <p:cNvPr id="29" name="Text 27"/>
          <p:cNvSpPr/>
          <p:nvPr/>
        </p:nvSpPr>
        <p:spPr>
          <a:xfrm>
            <a:off x="228600" y="42062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80" dirty="0"/>
          </a:p>
        </p:txBody>
      </p:sp>
      <p:sp>
        <p:nvSpPr>
          <p:cNvPr id="30" name="Text 28"/>
          <p:cNvSpPr/>
          <p:nvPr/>
        </p:nvSpPr>
        <p:spPr>
          <a:xfrm>
            <a:off x="1161288" y="42062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80" dirty="0"/>
          </a:p>
        </p:txBody>
      </p:sp>
      <p:sp>
        <p:nvSpPr>
          <p:cNvPr id="31" name="Shape 29"/>
          <p:cNvSpPr/>
          <p:nvPr/>
        </p:nvSpPr>
        <p:spPr>
          <a:xfrm>
            <a:off x="228600" y="444398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28600" y="453542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228600" y="4718304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8600" y="5468112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8600" y="5559552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228600" y="574243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TEMPORAL, es la tasa de política monetaria promedio del Banco Central de Chile.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228600" y="6400800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28600" y="6492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228600" y="667512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2697480" y="429768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97480" y="521208"/>
            <a:ext cx="463600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3 CLP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2697480" y="2212848"/>
            <a:ext cx="46360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Temporal</a:t>
            </a:r>
            <a:endParaRPr lang="en-US" sz="800" dirty="0"/>
          </a:p>
        </p:txBody>
      </p:sp>
      <p:graphicFrame>
        <p:nvGraphicFramePr>
          <p:cNvPr id="44" name="Chart 0" descr=""/>
          <p:cNvGraphicFramePr/>
          <p:nvPr/>
        </p:nvGraphicFramePr>
        <p:xfrm>
          <a:off x="2697480" y="2395728"/>
          <a:ext cx="4636008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5" name="Text 42"/>
          <p:cNvSpPr/>
          <p:nvPr/>
        </p:nvSpPr>
        <p:spPr>
          <a:xfrm>
            <a:off x="2697480" y="438912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4663440"/>
          <a:ext cx="4636008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594360"/>
                <a:gridCol w="658368"/>
                <a:gridCol w="658368"/>
                <a:gridCol w="594360"/>
                <a:gridCol w="621792"/>
              </a:tblGrid>
              <a:tr h="1920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TEMPORAL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47" name="Text 43"/>
          <p:cNvSpPr/>
          <p:nvPr/>
        </p:nvSpPr>
        <p:spPr>
          <a:xfrm>
            <a:off x="2697480" y="5477256"/>
            <a:ext cx="463600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48" name="Shape 44"/>
          <p:cNvSpPr/>
          <p:nvPr/>
        </p:nvSpPr>
        <p:spPr>
          <a:xfrm>
            <a:off x="2697480" y="5660136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5724144"/>
          <a:ext cx="463600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749808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TEMPORAL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TEMPORAL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TEMPORAL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02412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228600" y="14630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228600" y="16642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28600" y="1865376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1956816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General por Instrumentos Financieros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228600" y="2157984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1645920" y="2157984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386584"/>
          <a:ext cx="2240280" cy="914400"/>
        </p:xfrm>
        <a:graphic>
          <a:graphicData uri="http://schemas.openxmlformats.org/drawingml/2006/table">
            <a:tbl>
              <a:tblPr/>
              <a:tblGrid>
                <a:gridCol w="1207008"/>
                <a:gridCol w="502920"/>
                <a:gridCol w="530352"/>
              </a:tblGrid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Límites de Inversión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Mínimo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Máximo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Depósitos a Plazo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Facturas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Financiamientos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(Inmobiliario, Mezzanine, etc.)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Efectos de Comercio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Pagaré Banco Central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228600" y="4151376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28600" y="4242816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228600" y="447141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645920" y="447141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63,16%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228600" y="4690872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645920" y="469087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28,00%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228600" y="491032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1645920" y="4910328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8,84%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228600" y="5129784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1645920" y="5129784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2697480" y="45720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5" name="Text 22"/>
          <p:cNvSpPr/>
          <p:nvPr/>
        </p:nvSpPr>
        <p:spPr>
          <a:xfrm>
            <a:off x="2697480" y="88696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6" name="Text 23"/>
          <p:cNvSpPr/>
          <p:nvPr/>
        </p:nvSpPr>
        <p:spPr>
          <a:xfrm>
            <a:off x="2697480" y="131673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27" name="Text 24"/>
          <p:cNvSpPr/>
          <p:nvPr/>
        </p:nvSpPr>
        <p:spPr>
          <a:xfrm>
            <a:off x="2697480" y="174650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28" name="Text 25"/>
          <p:cNvSpPr/>
          <p:nvPr/>
        </p:nvSpPr>
        <p:spPr>
          <a:xfrm>
            <a:off x="2697480" y="2176272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29" name="Text 26"/>
          <p:cNvSpPr/>
          <p:nvPr/>
        </p:nvSpPr>
        <p:spPr>
          <a:xfrm>
            <a:off x="2697480" y="260604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0" name="Text 27"/>
          <p:cNvSpPr/>
          <p:nvPr/>
        </p:nvSpPr>
        <p:spPr>
          <a:xfrm>
            <a:off x="2697480" y="303580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1" name="Text 28"/>
          <p:cNvSpPr/>
          <p:nvPr/>
        </p:nvSpPr>
        <p:spPr>
          <a:xfrm>
            <a:off x="2697480" y="346557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2" name="Text 29"/>
          <p:cNvSpPr/>
          <p:nvPr/>
        </p:nvSpPr>
        <p:spPr>
          <a:xfrm>
            <a:off x="2697480" y="389534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3" name="Shape 30"/>
          <p:cNvSpPr/>
          <p:nvPr/>
        </p:nvSpPr>
        <p:spPr>
          <a:xfrm>
            <a:off x="2697480" y="4398264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2697480" y="452628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2697480" y="4800600"/>
            <a:ext cx="46360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2026-05-14T23:39:56Z</dcterms:created>
  <dcterms:modified xsi:type="dcterms:W3CDTF">2026-05-14T23:39:56Z</dcterms:modified>
</cp:coreProperties>
</file>