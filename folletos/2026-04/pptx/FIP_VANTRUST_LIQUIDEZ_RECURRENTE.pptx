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524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Sheet1!$A$2:$A$106</c:f>
              <c:multiLvlStrCache>
                <c:ptCount val="105"/>
                <c:lvl>
                  <c:pt idx="0">
                    <c:v>May 2016</c:v>
                  </c:pt>
                  <c:pt idx="1">
                    <c:v>Jun 2016</c:v>
                  </c:pt>
                  <c:pt idx="2">
                    <c:v>Jul 2016</c:v>
                  </c:pt>
                  <c:pt idx="3">
                    <c:v>Aug 2016</c:v>
                  </c:pt>
                  <c:pt idx="4">
                    <c:v>Sep 2016</c:v>
                  </c:pt>
                  <c:pt idx="5">
                    <c:v>Oct 2016</c:v>
                  </c:pt>
                  <c:pt idx="6">
                    <c:v>Nov 2016</c:v>
                  </c:pt>
                  <c:pt idx="7">
                    <c:v>Dec 2016</c:v>
                  </c:pt>
                  <c:pt idx="8">
                    <c:v>Jan 2017</c:v>
                  </c:pt>
                  <c:pt idx="9">
                    <c:v>Feb 2017</c:v>
                  </c:pt>
                  <c:pt idx="10">
                    <c:v>Mar 2017</c:v>
                  </c:pt>
                  <c:pt idx="11">
                    <c:v>Apr 2017</c:v>
                  </c:pt>
                  <c:pt idx="12">
                    <c:v>May 2017</c:v>
                  </c:pt>
                  <c:pt idx="13">
                    <c:v>Jun 2017</c:v>
                  </c:pt>
                  <c:pt idx="14">
                    <c:v>Jul 2017</c:v>
                  </c:pt>
                  <c:pt idx="15">
                    <c:v>Aug 2017</c:v>
                  </c:pt>
                  <c:pt idx="16">
                    <c:v>Sep 2017</c:v>
                  </c:pt>
                  <c:pt idx="17">
                    <c:v>Oct 2017</c:v>
                  </c:pt>
                  <c:pt idx="18">
                    <c:v>Nov 2017</c:v>
                  </c:pt>
                  <c:pt idx="19">
                    <c:v>Dec 2017</c:v>
                  </c:pt>
                  <c:pt idx="20">
                    <c:v>Jan 2018</c:v>
                  </c:pt>
                  <c:pt idx="21">
                    <c:v>Feb 2018</c:v>
                  </c:pt>
                  <c:pt idx="22">
                    <c:v>Mar 2018</c:v>
                  </c:pt>
                  <c:pt idx="23">
                    <c:v>Apr 2018</c:v>
                  </c:pt>
                  <c:pt idx="24">
                    <c:v>May 2018</c:v>
                  </c:pt>
                  <c:pt idx="25">
                    <c:v>Jun 2018</c:v>
                  </c:pt>
                  <c:pt idx="26">
                    <c:v>Jul 2018</c:v>
                  </c:pt>
                  <c:pt idx="27">
                    <c:v>Aug 2018</c:v>
                  </c:pt>
                  <c:pt idx="28">
                    <c:v>Sep 2018</c:v>
                  </c:pt>
                  <c:pt idx="29">
                    <c:v>Oct 2018</c:v>
                  </c:pt>
                  <c:pt idx="30">
                    <c:v>Nov 2018</c:v>
                  </c:pt>
                  <c:pt idx="31">
                    <c:v>Dec 2018</c:v>
                  </c:pt>
                  <c:pt idx="32">
                    <c:v>Jan 2019</c:v>
                  </c:pt>
                  <c:pt idx="33">
                    <c:v>Feb 2019</c:v>
                  </c:pt>
                  <c:pt idx="34">
                    <c:v>Mar 2019</c:v>
                  </c:pt>
                  <c:pt idx="35">
                    <c:v>Apr 2019</c:v>
                  </c:pt>
                  <c:pt idx="36">
                    <c:v>May 2019</c:v>
                  </c:pt>
                  <c:pt idx="37">
                    <c:v>Jun 2019</c:v>
                  </c:pt>
                  <c:pt idx="38">
                    <c:v>Jul 2019</c:v>
                  </c:pt>
                  <c:pt idx="39">
                    <c:v>Aug 2019</c:v>
                  </c:pt>
                  <c:pt idx="40">
                    <c:v>Sep 2019</c:v>
                  </c:pt>
                  <c:pt idx="41">
                    <c:v>Oct 2019</c:v>
                  </c:pt>
                  <c:pt idx="42">
                    <c:v>Nov 2019</c:v>
                  </c:pt>
                  <c:pt idx="43">
                    <c:v>Dec 2019</c:v>
                  </c:pt>
                  <c:pt idx="44">
                    <c:v>Jan 2020</c:v>
                  </c:pt>
                  <c:pt idx="45">
                    <c:v>Feb 2020</c:v>
                  </c:pt>
                  <c:pt idx="46">
                    <c:v>Mar 2020</c:v>
                  </c:pt>
                  <c:pt idx="47">
                    <c:v>Apr 2020</c:v>
                  </c:pt>
                  <c:pt idx="48">
                    <c:v>May 2020</c:v>
                  </c:pt>
                  <c:pt idx="49">
                    <c:v>Jun 2020</c:v>
                  </c:pt>
                  <c:pt idx="50">
                    <c:v>Jul 2020</c:v>
                  </c:pt>
                  <c:pt idx="51">
                    <c:v>Aug 2020</c:v>
                  </c:pt>
                  <c:pt idx="52">
                    <c:v>Sep 2020</c:v>
                  </c:pt>
                  <c:pt idx="53">
                    <c:v>Oct 2020</c:v>
                  </c:pt>
                  <c:pt idx="54">
                    <c:v>Nov 2020</c:v>
                  </c:pt>
                  <c:pt idx="55">
                    <c:v>Dec 2020</c:v>
                  </c:pt>
                  <c:pt idx="56">
                    <c:v>Jan 2021</c:v>
                  </c:pt>
                  <c:pt idx="57">
                    <c:v>Feb 2021</c:v>
                  </c:pt>
                  <c:pt idx="58">
                    <c:v>Mar 2021</c:v>
                  </c:pt>
                  <c:pt idx="59">
                    <c:v>Apr 2021</c:v>
                  </c:pt>
                  <c:pt idx="60">
                    <c:v>May 2021</c:v>
                  </c:pt>
                  <c:pt idx="61">
                    <c:v>Jun 2021</c:v>
                  </c:pt>
                  <c:pt idx="62">
                    <c:v>Jul 2021</c:v>
                  </c:pt>
                  <c:pt idx="63">
                    <c:v>Aug 2021</c:v>
                  </c:pt>
                  <c:pt idx="64">
                    <c:v>Sep 2021</c:v>
                  </c:pt>
                  <c:pt idx="65">
                    <c:v>Oct 2021</c:v>
                  </c:pt>
                  <c:pt idx="66">
                    <c:v>Nov 2021</c:v>
                  </c:pt>
                  <c:pt idx="67">
                    <c:v>Dec 2021</c:v>
                  </c:pt>
                  <c:pt idx="68">
                    <c:v>Jan 2022</c:v>
                  </c:pt>
                  <c:pt idx="69">
                    <c:v>Feb 2022</c:v>
                  </c:pt>
                  <c:pt idx="70">
                    <c:v>Mar 2022</c:v>
                  </c:pt>
                  <c:pt idx="71">
                    <c:v>Apr 2022</c:v>
                  </c:pt>
                  <c:pt idx="72">
                    <c:v>May 2022</c:v>
                  </c:pt>
                  <c:pt idx="73">
                    <c:v>Jun 2022</c:v>
                  </c:pt>
                  <c:pt idx="74">
                    <c:v>Jul 2022</c:v>
                  </c:pt>
                  <c:pt idx="75">
                    <c:v>Aug 2022</c:v>
                  </c:pt>
                  <c:pt idx="76">
                    <c:v>Sep 2022</c:v>
                  </c:pt>
                  <c:pt idx="77">
                    <c:v>Oct 2022</c:v>
                  </c:pt>
                  <c:pt idx="78">
                    <c:v>Nov 2022</c:v>
                  </c:pt>
                  <c:pt idx="79">
                    <c:v>Dec 2022</c:v>
                  </c:pt>
                  <c:pt idx="80">
                    <c:v>Jan 2023</c:v>
                  </c:pt>
                  <c:pt idx="81">
                    <c:v>Feb 2023</c:v>
                  </c:pt>
                  <c:pt idx="82">
                    <c:v>Mar 2023</c:v>
                  </c:pt>
                  <c:pt idx="83">
                    <c:v>Apr 2023</c:v>
                  </c:pt>
                  <c:pt idx="84">
                    <c:v>May 2023</c:v>
                  </c:pt>
                  <c:pt idx="85">
                    <c:v>Jun 2023</c:v>
                  </c:pt>
                  <c:pt idx="86">
                    <c:v>Jul 2023</c:v>
                  </c:pt>
                  <c:pt idx="87">
                    <c:v>Aug 2023</c:v>
                  </c:pt>
                  <c:pt idx="88">
                    <c:v>Sep 2023</c:v>
                  </c:pt>
                  <c:pt idx="89">
                    <c:v>Oct 2023</c:v>
                  </c:pt>
                  <c:pt idx="90">
                    <c:v>Nov 2023</c:v>
                  </c:pt>
                  <c:pt idx="91">
                    <c:v>Dec 2023</c:v>
                  </c:pt>
                  <c:pt idx="92">
                    <c:v>Jan 2024</c:v>
                  </c:pt>
                  <c:pt idx="93">
                    <c:v>Feb 2024</c:v>
                  </c:pt>
                  <c:pt idx="94">
                    <c:v>Mar 2024</c:v>
                  </c:pt>
                  <c:pt idx="95">
                    <c:v>Apr 2024</c:v>
                  </c:pt>
                  <c:pt idx="96">
                    <c:v>May 2024</c:v>
                  </c:pt>
                  <c:pt idx="97">
                    <c:v>Jun 2024</c:v>
                  </c:pt>
                  <c:pt idx="98">
                    <c:v>Jul 2024</c:v>
                  </c:pt>
                  <c:pt idx="99">
                    <c:v>Aug 2024</c:v>
                  </c:pt>
                  <c:pt idx="100">
                    <c:v>Sep 2024</c:v>
                  </c:pt>
                  <c:pt idx="101">
                    <c:v>Oct 2024</c:v>
                  </c:pt>
                  <c:pt idx="102">
                    <c:v>Nov 2024</c:v>
                  </c:pt>
                  <c:pt idx="103">
                    <c:v>Dec 2024</c:v>
                  </c:pt>
                  <c:pt idx="104">
                    <c:v>Jan 2025</c:v>
                  </c:pt>
                </c:lvl>
              </c:multiLvlStrCache>
            </c:multiLvl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100</c:v>
                </c:pt>
                <c:pt idx="1">
                  <c:v>100.29</c:v>
                </c:pt>
                <c:pt idx="2">
                  <c:v>100.59</c:v>
                </c:pt>
                <c:pt idx="3">
                  <c:v>100.9</c:v>
                </c:pt>
                <c:pt idx="4">
                  <c:v>101.19</c:v>
                </c:pt>
                <c:pt idx="5">
                  <c:v>101.5</c:v>
                </c:pt>
                <c:pt idx="6">
                  <c:v>101.79</c:v>
                </c:pt>
                <c:pt idx="7">
                  <c:v>102.1</c:v>
                </c:pt>
                <c:pt idx="8">
                  <c:v>102.4</c:v>
                </c:pt>
                <c:pt idx="9">
                  <c:v>102.66</c:v>
                </c:pt>
                <c:pt idx="10">
                  <c:v>102.93</c:v>
                </c:pt>
                <c:pt idx="11">
                  <c:v>103.17</c:v>
                </c:pt>
                <c:pt idx="12">
                  <c:v>103.42</c:v>
                </c:pt>
                <c:pt idx="13">
                  <c:v>103.63</c:v>
                </c:pt>
                <c:pt idx="14">
                  <c:v>103.86</c:v>
                </c:pt>
                <c:pt idx="15">
                  <c:v>104.08</c:v>
                </c:pt>
                <c:pt idx="16">
                  <c:v>104.3</c:v>
                </c:pt>
                <c:pt idx="17">
                  <c:v>104.52</c:v>
                </c:pt>
                <c:pt idx="18">
                  <c:v>104.74</c:v>
                </c:pt>
                <c:pt idx="19">
                  <c:v>104.83</c:v>
                </c:pt>
                <c:pt idx="20">
                  <c:v>105.19</c:v>
                </c:pt>
                <c:pt idx="21">
                  <c:v>105.4</c:v>
                </c:pt>
                <c:pt idx="22">
                  <c:v>105.62</c:v>
                </c:pt>
                <c:pt idx="23">
                  <c:v>105.84</c:v>
                </c:pt>
                <c:pt idx="24">
                  <c:v>106.07</c:v>
                </c:pt>
                <c:pt idx="25">
                  <c:v>106.29</c:v>
                </c:pt>
                <c:pt idx="26">
                  <c:v>106.52</c:v>
                </c:pt>
                <c:pt idx="27">
                  <c:v>106.75</c:v>
                </c:pt>
                <c:pt idx="28">
                  <c:v>106.97</c:v>
                </c:pt>
                <c:pt idx="29">
                  <c:v>107.21</c:v>
                </c:pt>
                <c:pt idx="30">
                  <c:v>107.46</c:v>
                </c:pt>
                <c:pt idx="31">
                  <c:v>107.71</c:v>
                </c:pt>
                <c:pt idx="32">
                  <c:v>107.97</c:v>
                </c:pt>
                <c:pt idx="33">
                  <c:v>108.22</c:v>
                </c:pt>
                <c:pt idx="34">
                  <c:v>108.5</c:v>
                </c:pt>
                <c:pt idx="35">
                  <c:v>108.77</c:v>
                </c:pt>
                <c:pt idx="36">
                  <c:v>109.05</c:v>
                </c:pt>
                <c:pt idx="37">
                  <c:v>109.29</c:v>
                </c:pt>
                <c:pt idx="38">
                  <c:v>109.53</c:v>
                </c:pt>
                <c:pt idx="39">
                  <c:v>109.76</c:v>
                </c:pt>
                <c:pt idx="40">
                  <c:v>109.95</c:v>
                </c:pt>
                <c:pt idx="41">
                  <c:v>110.14</c:v>
                </c:pt>
                <c:pt idx="42">
                  <c:v>110.29</c:v>
                </c:pt>
                <c:pt idx="43">
                  <c:v>110.46</c:v>
                </c:pt>
                <c:pt idx="44">
                  <c:v>110.64</c:v>
                </c:pt>
                <c:pt idx="45">
                  <c:v>110.79</c:v>
                </c:pt>
                <c:pt idx="46">
                  <c:v>110.91</c:v>
                </c:pt>
                <c:pt idx="47">
                  <c:v>110.97</c:v>
                </c:pt>
                <c:pt idx="48">
                  <c:v>111.01</c:v>
                </c:pt>
                <c:pt idx="49">
                  <c:v>111.05</c:v>
                </c:pt>
                <c:pt idx="50">
                  <c:v>111.1</c:v>
                </c:pt>
                <c:pt idx="51">
                  <c:v>111.15</c:v>
                </c:pt>
                <c:pt idx="52">
                  <c:v>111.19</c:v>
                </c:pt>
                <c:pt idx="53">
                  <c:v>111.23</c:v>
                </c:pt>
                <c:pt idx="54">
                  <c:v>111.27</c:v>
                </c:pt>
                <c:pt idx="55">
                  <c:v>111.31</c:v>
                </c:pt>
                <c:pt idx="56">
                  <c:v>111.34</c:v>
                </c:pt>
                <c:pt idx="57">
                  <c:v>111.37</c:v>
                </c:pt>
                <c:pt idx="58">
                  <c:v>111.4</c:v>
                </c:pt>
                <c:pt idx="59">
                  <c:v>111.43</c:v>
                </c:pt>
                <c:pt idx="60">
                  <c:v>111.46</c:v>
                </c:pt>
                <c:pt idx="61">
                  <c:v>111.49</c:v>
                </c:pt>
                <c:pt idx="62">
                  <c:v>111.54</c:v>
                </c:pt>
                <c:pt idx="63">
                  <c:v>111.61</c:v>
                </c:pt>
                <c:pt idx="64">
                  <c:v>111.75</c:v>
                </c:pt>
                <c:pt idx="65">
                  <c:v>111.99</c:v>
                </c:pt>
                <c:pt idx="66">
                  <c:v>112.23</c:v>
                </c:pt>
                <c:pt idx="67">
                  <c:v>112.58</c:v>
                </c:pt>
                <c:pt idx="68">
                  <c:v>112.97</c:v>
                </c:pt>
                <c:pt idx="69">
                  <c:v>113.45</c:v>
                </c:pt>
                <c:pt idx="70">
                  <c:v>114</c:v>
                </c:pt>
                <c:pt idx="71">
                  <c:v>114.62</c:v>
                </c:pt>
                <c:pt idx="72">
                  <c:v>115.44</c:v>
                </c:pt>
                <c:pt idx="73">
                  <c:v>116.29</c:v>
                </c:pt>
                <c:pt idx="74">
                  <c:v>117.17</c:v>
                </c:pt>
                <c:pt idx="75">
                  <c:v>118.22</c:v>
                </c:pt>
                <c:pt idx="76">
                  <c:v>119.26</c:v>
                </c:pt>
                <c:pt idx="77">
                  <c:v>120.29</c:v>
                </c:pt>
                <c:pt idx="78">
                  <c:v>121.54</c:v>
                </c:pt>
                <c:pt idx="79">
                  <c:v>122.68</c:v>
                </c:pt>
                <c:pt idx="80">
                  <c:v>123.91</c:v>
                </c:pt>
                <c:pt idx="81">
                  <c:v>125</c:v>
                </c:pt>
                <c:pt idx="82">
                  <c:v>126.22</c:v>
                </c:pt>
                <c:pt idx="83">
                  <c:v>127.33</c:v>
                </c:pt>
                <c:pt idx="84">
                  <c:v>128.65</c:v>
                </c:pt>
                <c:pt idx="85">
                  <c:v>129.86</c:v>
                </c:pt>
                <c:pt idx="86">
                  <c:v>131.12</c:v>
                </c:pt>
                <c:pt idx="87">
                  <c:v>132.28</c:v>
                </c:pt>
                <c:pt idx="88">
                  <c:v>133.31</c:v>
                </c:pt>
                <c:pt idx="89">
                  <c:v>134.44</c:v>
                </c:pt>
                <c:pt idx="90">
                  <c:v>135.45</c:v>
                </c:pt>
                <c:pt idx="91">
                  <c:v>136.41</c:v>
                </c:pt>
                <c:pt idx="92">
                  <c:v>137.42</c:v>
                </c:pt>
                <c:pt idx="93">
                  <c:v>138.26</c:v>
                </c:pt>
                <c:pt idx="94">
                  <c:v>139.04</c:v>
                </c:pt>
                <c:pt idx="95">
                  <c:v>139.88</c:v>
                </c:pt>
                <c:pt idx="96">
                  <c:v>140.66</c:v>
                </c:pt>
                <c:pt idx="97">
                  <c:v>141.3</c:v>
                </c:pt>
                <c:pt idx="98">
                  <c:v>142.05</c:v>
                </c:pt>
                <c:pt idx="99">
                  <c:v>142.73</c:v>
                </c:pt>
                <c:pt idx="100">
                  <c:v>143.42</c:v>
                </c:pt>
                <c:pt idx="101">
                  <c:v>144.06</c:v>
                </c:pt>
                <c:pt idx="102">
                  <c:v>144.69</c:v>
                </c:pt>
                <c:pt idx="103">
                  <c:v>145.34</c:v>
                </c:pt>
                <c:pt idx="104">
                  <c:v>145.99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FIP Liquidez</c:v>
                </c:pt>
              </c:strCache>
            </c:strRef>
          </c:tx>
          <c:spPr>
            <a:solidFill>
              <a:srgbClr val="000000"/>
            </a:solidFill>
            <a:ln w="1524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Sheet1!$A$2:$A$106</c:f>
              <c:multiLvlStrCache>
                <c:ptCount val="105"/>
                <c:lvl>
                  <c:pt idx="0">
                    <c:v>May 2016</c:v>
                  </c:pt>
                  <c:pt idx="1">
                    <c:v>Jun 2016</c:v>
                  </c:pt>
                  <c:pt idx="2">
                    <c:v>Jul 2016</c:v>
                  </c:pt>
                  <c:pt idx="3">
                    <c:v>Aug 2016</c:v>
                  </c:pt>
                  <c:pt idx="4">
                    <c:v>Sep 2016</c:v>
                  </c:pt>
                  <c:pt idx="5">
                    <c:v>Oct 2016</c:v>
                  </c:pt>
                  <c:pt idx="6">
                    <c:v>Nov 2016</c:v>
                  </c:pt>
                  <c:pt idx="7">
                    <c:v>Dec 2016</c:v>
                  </c:pt>
                  <c:pt idx="8">
                    <c:v>Jan 2017</c:v>
                  </c:pt>
                  <c:pt idx="9">
                    <c:v>Feb 2017</c:v>
                  </c:pt>
                  <c:pt idx="10">
                    <c:v>Mar 2017</c:v>
                  </c:pt>
                  <c:pt idx="11">
                    <c:v>Apr 2017</c:v>
                  </c:pt>
                  <c:pt idx="12">
                    <c:v>May 2017</c:v>
                  </c:pt>
                  <c:pt idx="13">
                    <c:v>Jun 2017</c:v>
                  </c:pt>
                  <c:pt idx="14">
                    <c:v>Jul 2017</c:v>
                  </c:pt>
                  <c:pt idx="15">
                    <c:v>Aug 2017</c:v>
                  </c:pt>
                  <c:pt idx="16">
                    <c:v>Sep 2017</c:v>
                  </c:pt>
                  <c:pt idx="17">
                    <c:v>Oct 2017</c:v>
                  </c:pt>
                  <c:pt idx="18">
                    <c:v>Nov 2017</c:v>
                  </c:pt>
                  <c:pt idx="19">
                    <c:v>Dec 2017</c:v>
                  </c:pt>
                  <c:pt idx="20">
                    <c:v>Jan 2018</c:v>
                  </c:pt>
                  <c:pt idx="21">
                    <c:v>Feb 2018</c:v>
                  </c:pt>
                  <c:pt idx="22">
                    <c:v>Mar 2018</c:v>
                  </c:pt>
                  <c:pt idx="23">
                    <c:v>Apr 2018</c:v>
                  </c:pt>
                  <c:pt idx="24">
                    <c:v>May 2018</c:v>
                  </c:pt>
                  <c:pt idx="25">
                    <c:v>Jun 2018</c:v>
                  </c:pt>
                  <c:pt idx="26">
                    <c:v>Jul 2018</c:v>
                  </c:pt>
                  <c:pt idx="27">
                    <c:v>Aug 2018</c:v>
                  </c:pt>
                  <c:pt idx="28">
                    <c:v>Sep 2018</c:v>
                  </c:pt>
                  <c:pt idx="29">
                    <c:v>Oct 2018</c:v>
                  </c:pt>
                  <c:pt idx="30">
                    <c:v>Nov 2018</c:v>
                  </c:pt>
                  <c:pt idx="31">
                    <c:v>Dec 2018</c:v>
                  </c:pt>
                  <c:pt idx="32">
                    <c:v>Jan 2019</c:v>
                  </c:pt>
                  <c:pt idx="33">
                    <c:v>Feb 2019</c:v>
                  </c:pt>
                  <c:pt idx="34">
                    <c:v>Mar 2019</c:v>
                  </c:pt>
                  <c:pt idx="35">
                    <c:v>Apr 2019</c:v>
                  </c:pt>
                  <c:pt idx="36">
                    <c:v>May 2019</c:v>
                  </c:pt>
                  <c:pt idx="37">
                    <c:v>Jun 2019</c:v>
                  </c:pt>
                  <c:pt idx="38">
                    <c:v>Jul 2019</c:v>
                  </c:pt>
                  <c:pt idx="39">
                    <c:v>Aug 2019</c:v>
                  </c:pt>
                  <c:pt idx="40">
                    <c:v>Sep 2019</c:v>
                  </c:pt>
                  <c:pt idx="41">
                    <c:v>Oct 2019</c:v>
                  </c:pt>
                  <c:pt idx="42">
                    <c:v>Nov 2019</c:v>
                  </c:pt>
                  <c:pt idx="43">
                    <c:v>Dec 2019</c:v>
                  </c:pt>
                  <c:pt idx="44">
                    <c:v>Jan 2020</c:v>
                  </c:pt>
                  <c:pt idx="45">
                    <c:v>Feb 2020</c:v>
                  </c:pt>
                  <c:pt idx="46">
                    <c:v>Mar 2020</c:v>
                  </c:pt>
                  <c:pt idx="47">
                    <c:v>Apr 2020</c:v>
                  </c:pt>
                  <c:pt idx="48">
                    <c:v>May 2020</c:v>
                  </c:pt>
                  <c:pt idx="49">
                    <c:v>Jun 2020</c:v>
                  </c:pt>
                  <c:pt idx="50">
                    <c:v>Jul 2020</c:v>
                  </c:pt>
                  <c:pt idx="51">
                    <c:v>Aug 2020</c:v>
                  </c:pt>
                  <c:pt idx="52">
                    <c:v>Sep 2020</c:v>
                  </c:pt>
                  <c:pt idx="53">
                    <c:v>Oct 2020</c:v>
                  </c:pt>
                  <c:pt idx="54">
                    <c:v>Nov 2020</c:v>
                  </c:pt>
                  <c:pt idx="55">
                    <c:v>Dec 2020</c:v>
                  </c:pt>
                  <c:pt idx="56">
                    <c:v>Jan 2021</c:v>
                  </c:pt>
                  <c:pt idx="57">
                    <c:v>Feb 2021</c:v>
                  </c:pt>
                  <c:pt idx="58">
                    <c:v>Mar 2021</c:v>
                  </c:pt>
                  <c:pt idx="59">
                    <c:v>Apr 2021</c:v>
                  </c:pt>
                  <c:pt idx="60">
                    <c:v>May 2021</c:v>
                  </c:pt>
                  <c:pt idx="61">
                    <c:v>Jun 2021</c:v>
                  </c:pt>
                  <c:pt idx="62">
                    <c:v>Jul 2021</c:v>
                  </c:pt>
                  <c:pt idx="63">
                    <c:v>Aug 2021</c:v>
                  </c:pt>
                  <c:pt idx="64">
                    <c:v>Sep 2021</c:v>
                  </c:pt>
                  <c:pt idx="65">
                    <c:v>Oct 2021</c:v>
                  </c:pt>
                  <c:pt idx="66">
                    <c:v>Nov 2021</c:v>
                  </c:pt>
                  <c:pt idx="67">
                    <c:v>Dec 2021</c:v>
                  </c:pt>
                  <c:pt idx="68">
                    <c:v>Jan 2022</c:v>
                  </c:pt>
                  <c:pt idx="69">
                    <c:v>Feb 2022</c:v>
                  </c:pt>
                  <c:pt idx="70">
                    <c:v>Mar 2022</c:v>
                  </c:pt>
                  <c:pt idx="71">
                    <c:v>Apr 2022</c:v>
                  </c:pt>
                  <c:pt idx="72">
                    <c:v>May 2022</c:v>
                  </c:pt>
                  <c:pt idx="73">
                    <c:v>Jun 2022</c:v>
                  </c:pt>
                  <c:pt idx="74">
                    <c:v>Jul 2022</c:v>
                  </c:pt>
                  <c:pt idx="75">
                    <c:v>Aug 2022</c:v>
                  </c:pt>
                  <c:pt idx="76">
                    <c:v>Sep 2022</c:v>
                  </c:pt>
                  <c:pt idx="77">
                    <c:v>Oct 2022</c:v>
                  </c:pt>
                  <c:pt idx="78">
                    <c:v>Nov 2022</c:v>
                  </c:pt>
                  <c:pt idx="79">
                    <c:v>Dec 2022</c:v>
                  </c:pt>
                  <c:pt idx="80">
                    <c:v>Jan 2023</c:v>
                  </c:pt>
                  <c:pt idx="81">
                    <c:v>Feb 2023</c:v>
                  </c:pt>
                  <c:pt idx="82">
                    <c:v>Mar 2023</c:v>
                  </c:pt>
                  <c:pt idx="83">
                    <c:v>Apr 2023</c:v>
                  </c:pt>
                  <c:pt idx="84">
                    <c:v>May 2023</c:v>
                  </c:pt>
                  <c:pt idx="85">
                    <c:v>Jun 2023</c:v>
                  </c:pt>
                  <c:pt idx="86">
                    <c:v>Jul 2023</c:v>
                  </c:pt>
                  <c:pt idx="87">
                    <c:v>Aug 2023</c:v>
                  </c:pt>
                  <c:pt idx="88">
                    <c:v>Sep 2023</c:v>
                  </c:pt>
                  <c:pt idx="89">
                    <c:v>Oct 2023</c:v>
                  </c:pt>
                  <c:pt idx="90">
                    <c:v>Nov 2023</c:v>
                  </c:pt>
                  <c:pt idx="91">
                    <c:v>Dec 2023</c:v>
                  </c:pt>
                  <c:pt idx="92">
                    <c:v>Jan 2024</c:v>
                  </c:pt>
                  <c:pt idx="93">
                    <c:v>Feb 2024</c:v>
                  </c:pt>
                  <c:pt idx="94">
                    <c:v>Mar 2024</c:v>
                  </c:pt>
                  <c:pt idx="95">
                    <c:v>Apr 2024</c:v>
                  </c:pt>
                  <c:pt idx="96">
                    <c:v>May 2024</c:v>
                  </c:pt>
                  <c:pt idx="97">
                    <c:v>Jun 2024</c:v>
                  </c:pt>
                  <c:pt idx="98">
                    <c:v>Jul 2024</c:v>
                  </c:pt>
                  <c:pt idx="99">
                    <c:v>Aug 2024</c:v>
                  </c:pt>
                  <c:pt idx="100">
                    <c:v>Sep 2024</c:v>
                  </c:pt>
                  <c:pt idx="101">
                    <c:v>Oct 2024</c:v>
                  </c:pt>
                  <c:pt idx="102">
                    <c:v>Nov 2024</c:v>
                  </c:pt>
                  <c:pt idx="103">
                    <c:v>Dec 2024</c:v>
                  </c:pt>
                  <c:pt idx="104">
                    <c:v>Jan 2025</c:v>
                  </c:pt>
                </c:lvl>
              </c:multiLvlStrCache>
            </c:multiLvl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100</c:v>
                </c:pt>
                <c:pt idx="1">
                  <c:v>100.13</c:v>
                </c:pt>
                <c:pt idx="2">
                  <c:v>100.52</c:v>
                </c:pt>
                <c:pt idx="3">
                  <c:v>100.8</c:v>
                </c:pt>
                <c:pt idx="4">
                  <c:v>101.09</c:v>
                </c:pt>
                <c:pt idx="5">
                  <c:v>101.36</c:v>
                </c:pt>
                <c:pt idx="6">
                  <c:v>101.59</c:v>
                </c:pt>
                <c:pt idx="7">
                  <c:v>101.56</c:v>
                </c:pt>
                <c:pt idx="8">
                  <c:v>101.86</c:v>
                </c:pt>
                <c:pt idx="9">
                  <c:v>102.05</c:v>
                </c:pt>
                <c:pt idx="10">
                  <c:v>102.29</c:v>
                </c:pt>
                <c:pt idx="11">
                  <c:v>102.48</c:v>
                </c:pt>
                <c:pt idx="12">
                  <c:v>102.62</c:v>
                </c:pt>
                <c:pt idx="13">
                  <c:v>103.3</c:v>
                </c:pt>
                <c:pt idx="14">
                  <c:v>103.63</c:v>
                </c:pt>
                <c:pt idx="15">
                  <c:v>103.95</c:v>
                </c:pt>
                <c:pt idx="16">
                  <c:v>104.2</c:v>
                </c:pt>
                <c:pt idx="17">
                  <c:v>104.42</c:v>
                </c:pt>
                <c:pt idx="18">
                  <c:v>104.67</c:v>
                </c:pt>
                <c:pt idx="19">
                  <c:v>104.93</c:v>
                </c:pt>
                <c:pt idx="20">
                  <c:v>105.2</c:v>
                </c:pt>
                <c:pt idx="21">
                  <c:v>105.49</c:v>
                </c:pt>
                <c:pt idx="22">
                  <c:v>105.76</c:v>
                </c:pt>
                <c:pt idx="23">
                  <c:v>105.99</c:v>
                </c:pt>
                <c:pt idx="24">
                  <c:v>106.25</c:v>
                </c:pt>
                <c:pt idx="25">
                  <c:v>106.51</c:v>
                </c:pt>
                <c:pt idx="26">
                  <c:v>106.79</c:v>
                </c:pt>
                <c:pt idx="27">
                  <c:v>107.04</c:v>
                </c:pt>
                <c:pt idx="28">
                  <c:v>107.29</c:v>
                </c:pt>
                <c:pt idx="29">
                  <c:v>107.58</c:v>
                </c:pt>
                <c:pt idx="30">
                  <c:v>107.86</c:v>
                </c:pt>
                <c:pt idx="31">
                  <c:v>108.09</c:v>
                </c:pt>
                <c:pt idx="32">
                  <c:v>108.34</c:v>
                </c:pt>
                <c:pt idx="33">
                  <c:v>108.55</c:v>
                </c:pt>
                <c:pt idx="34">
                  <c:v>108.79</c:v>
                </c:pt>
                <c:pt idx="35">
                  <c:v>109.05</c:v>
                </c:pt>
                <c:pt idx="36">
                  <c:v>109.32</c:v>
                </c:pt>
                <c:pt idx="37">
                  <c:v>109.59</c:v>
                </c:pt>
                <c:pt idx="38">
                  <c:v>109.83</c:v>
                </c:pt>
                <c:pt idx="39">
                  <c:v>110.04</c:v>
                </c:pt>
                <c:pt idx="40">
                  <c:v>110.24</c:v>
                </c:pt>
                <c:pt idx="41">
                  <c:v>110.52</c:v>
                </c:pt>
                <c:pt idx="42">
                  <c:v>110.79</c:v>
                </c:pt>
                <c:pt idx="43">
                  <c:v>111.07</c:v>
                </c:pt>
                <c:pt idx="44">
                  <c:v>111.19</c:v>
                </c:pt>
                <c:pt idx="45">
                  <c:v>111.34</c:v>
                </c:pt>
                <c:pt idx="46">
                  <c:v>111.51</c:v>
                </c:pt>
                <c:pt idx="47">
                  <c:v>111.66</c:v>
                </c:pt>
                <c:pt idx="48">
                  <c:v>111.79</c:v>
                </c:pt>
                <c:pt idx="49">
                  <c:v>111.91</c:v>
                </c:pt>
                <c:pt idx="50">
                  <c:v>111.98</c:v>
                </c:pt>
                <c:pt idx="51">
                  <c:v>112.05</c:v>
                </c:pt>
                <c:pt idx="52">
                  <c:v>112.15</c:v>
                </c:pt>
                <c:pt idx="53">
                  <c:v>112.3</c:v>
                </c:pt>
                <c:pt idx="54">
                  <c:v>112.41</c:v>
                </c:pt>
                <c:pt idx="55">
                  <c:v>113.01</c:v>
                </c:pt>
                <c:pt idx="56">
                  <c:v>113.12</c:v>
                </c:pt>
                <c:pt idx="57">
                  <c:v>113.24</c:v>
                </c:pt>
                <c:pt idx="58">
                  <c:v>113.3</c:v>
                </c:pt>
                <c:pt idx="59">
                  <c:v>113.33</c:v>
                </c:pt>
                <c:pt idx="60">
                  <c:v>113.45</c:v>
                </c:pt>
                <c:pt idx="61">
                  <c:v>113.59</c:v>
                </c:pt>
                <c:pt idx="62">
                  <c:v>113.74</c:v>
                </c:pt>
                <c:pt idx="63">
                  <c:v>113.87</c:v>
                </c:pt>
                <c:pt idx="64">
                  <c:v>113.98</c:v>
                </c:pt>
                <c:pt idx="65">
                  <c:v>114.07</c:v>
                </c:pt>
                <c:pt idx="66">
                  <c:v>114.12</c:v>
                </c:pt>
                <c:pt idx="67">
                  <c:v>114.31</c:v>
                </c:pt>
                <c:pt idx="68">
                  <c:v>114.58</c:v>
                </c:pt>
                <c:pt idx="69">
                  <c:v>114.97</c:v>
                </c:pt>
                <c:pt idx="70">
                  <c:v>115.4</c:v>
                </c:pt>
                <c:pt idx="71">
                  <c:v>116.03</c:v>
                </c:pt>
                <c:pt idx="72">
                  <c:v>116.88</c:v>
                </c:pt>
                <c:pt idx="73">
                  <c:v>117.68</c:v>
                </c:pt>
                <c:pt idx="74">
                  <c:v>118.49</c:v>
                </c:pt>
                <c:pt idx="75">
                  <c:v>119.4</c:v>
                </c:pt>
                <c:pt idx="76">
                  <c:v>120.35</c:v>
                </c:pt>
                <c:pt idx="77">
                  <c:v>121.31</c:v>
                </c:pt>
                <c:pt idx="78">
                  <c:v>122.52</c:v>
                </c:pt>
                <c:pt idx="79">
                  <c:v>123.69</c:v>
                </c:pt>
                <c:pt idx="80">
                  <c:v>125.11</c:v>
                </c:pt>
                <c:pt idx="81">
                  <c:v>126.19</c:v>
                </c:pt>
                <c:pt idx="82">
                  <c:v>127.42</c:v>
                </c:pt>
                <c:pt idx="83">
                  <c:v>128.54</c:v>
                </c:pt>
                <c:pt idx="84">
                  <c:v>129.87</c:v>
                </c:pt>
                <c:pt idx="85">
                  <c:v>131.11</c:v>
                </c:pt>
                <c:pt idx="86">
                  <c:v>132.4</c:v>
                </c:pt>
                <c:pt idx="87">
                  <c:v>133.59</c:v>
                </c:pt>
                <c:pt idx="88">
                  <c:v>134.75</c:v>
                </c:pt>
                <c:pt idx="89">
                  <c:v>135.87</c:v>
                </c:pt>
                <c:pt idx="90">
                  <c:v>136.89</c:v>
                </c:pt>
                <c:pt idx="91">
                  <c:v>138.08</c:v>
                </c:pt>
                <c:pt idx="92">
                  <c:v>139.16</c:v>
                </c:pt>
                <c:pt idx="93">
                  <c:v>139.97</c:v>
                </c:pt>
                <c:pt idx="94">
                  <c:v>140.82</c:v>
                </c:pt>
                <c:pt idx="95">
                  <c:v>141.66</c:v>
                </c:pt>
                <c:pt idx="96">
                  <c:v>142.51</c:v>
                </c:pt>
                <c:pt idx="97">
                  <c:v>143.26</c:v>
                </c:pt>
                <c:pt idx="98">
                  <c:v>143.92</c:v>
                </c:pt>
                <c:pt idx="99">
                  <c:v>144.53</c:v>
                </c:pt>
                <c:pt idx="100">
                  <c:v>145.15</c:v>
                </c:pt>
                <c:pt idx="101">
                  <c:v>145.7</c:v>
                </c:pt>
                <c:pt idx="102">
                  <c:v>146.26</c:v>
                </c:pt>
                <c:pt idx="103">
                  <c:v>146.79</c:v>
                </c:pt>
                <c:pt idx="104">
                  <c:v>147.22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524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Sheet1!$A$2:$A$106</c:f>
              <c:multiLvlStrCache>
                <c:ptCount val="105"/>
                <c:lvl>
                  <c:pt idx="0">
                    <c:v>May 2016</c:v>
                  </c:pt>
                  <c:pt idx="1">
                    <c:v>Jun 2016</c:v>
                  </c:pt>
                  <c:pt idx="2">
                    <c:v>Jul 2016</c:v>
                  </c:pt>
                  <c:pt idx="3">
                    <c:v>Aug 2016</c:v>
                  </c:pt>
                  <c:pt idx="4">
                    <c:v>Sep 2016</c:v>
                  </c:pt>
                  <c:pt idx="5">
                    <c:v>Oct 2016</c:v>
                  </c:pt>
                  <c:pt idx="6">
                    <c:v>Nov 2016</c:v>
                  </c:pt>
                  <c:pt idx="7">
                    <c:v>Dec 2016</c:v>
                  </c:pt>
                  <c:pt idx="8">
                    <c:v>Jan 2017</c:v>
                  </c:pt>
                  <c:pt idx="9">
                    <c:v>Feb 2017</c:v>
                  </c:pt>
                  <c:pt idx="10">
                    <c:v>Mar 2017</c:v>
                  </c:pt>
                  <c:pt idx="11">
                    <c:v>Apr 2017</c:v>
                  </c:pt>
                  <c:pt idx="12">
                    <c:v>May 2017</c:v>
                  </c:pt>
                  <c:pt idx="13">
                    <c:v>Jun 2017</c:v>
                  </c:pt>
                  <c:pt idx="14">
                    <c:v>Jul 2017</c:v>
                  </c:pt>
                  <c:pt idx="15">
                    <c:v>Aug 2017</c:v>
                  </c:pt>
                  <c:pt idx="16">
                    <c:v>Sep 2017</c:v>
                  </c:pt>
                  <c:pt idx="17">
                    <c:v>Oct 2017</c:v>
                  </c:pt>
                  <c:pt idx="18">
                    <c:v>Nov 2017</c:v>
                  </c:pt>
                  <c:pt idx="19">
                    <c:v>Dec 2017</c:v>
                  </c:pt>
                  <c:pt idx="20">
                    <c:v>Jan 2018</c:v>
                  </c:pt>
                  <c:pt idx="21">
                    <c:v>Feb 2018</c:v>
                  </c:pt>
                  <c:pt idx="22">
                    <c:v>Mar 2018</c:v>
                  </c:pt>
                  <c:pt idx="23">
                    <c:v>Apr 2018</c:v>
                  </c:pt>
                  <c:pt idx="24">
                    <c:v>May 2018</c:v>
                  </c:pt>
                  <c:pt idx="25">
                    <c:v>Jun 2018</c:v>
                  </c:pt>
                  <c:pt idx="26">
                    <c:v>Jul 2018</c:v>
                  </c:pt>
                  <c:pt idx="27">
                    <c:v>Aug 2018</c:v>
                  </c:pt>
                  <c:pt idx="28">
                    <c:v>Sep 2018</c:v>
                  </c:pt>
                  <c:pt idx="29">
                    <c:v>Oct 2018</c:v>
                  </c:pt>
                  <c:pt idx="30">
                    <c:v>Nov 2018</c:v>
                  </c:pt>
                  <c:pt idx="31">
                    <c:v>Dec 2018</c:v>
                  </c:pt>
                  <c:pt idx="32">
                    <c:v>Jan 2019</c:v>
                  </c:pt>
                  <c:pt idx="33">
                    <c:v>Feb 2019</c:v>
                  </c:pt>
                  <c:pt idx="34">
                    <c:v>Mar 2019</c:v>
                  </c:pt>
                  <c:pt idx="35">
                    <c:v>Apr 2019</c:v>
                  </c:pt>
                  <c:pt idx="36">
                    <c:v>May 2019</c:v>
                  </c:pt>
                  <c:pt idx="37">
                    <c:v>Jun 2019</c:v>
                  </c:pt>
                  <c:pt idx="38">
                    <c:v>Jul 2019</c:v>
                  </c:pt>
                  <c:pt idx="39">
                    <c:v>Aug 2019</c:v>
                  </c:pt>
                  <c:pt idx="40">
                    <c:v>Sep 2019</c:v>
                  </c:pt>
                  <c:pt idx="41">
                    <c:v>Oct 2019</c:v>
                  </c:pt>
                  <c:pt idx="42">
                    <c:v>Nov 2019</c:v>
                  </c:pt>
                  <c:pt idx="43">
                    <c:v>Dec 2019</c:v>
                  </c:pt>
                  <c:pt idx="44">
                    <c:v>Jan 2020</c:v>
                  </c:pt>
                  <c:pt idx="45">
                    <c:v>Feb 2020</c:v>
                  </c:pt>
                  <c:pt idx="46">
                    <c:v>Mar 2020</c:v>
                  </c:pt>
                  <c:pt idx="47">
                    <c:v>Apr 2020</c:v>
                  </c:pt>
                  <c:pt idx="48">
                    <c:v>May 2020</c:v>
                  </c:pt>
                  <c:pt idx="49">
                    <c:v>Jun 2020</c:v>
                  </c:pt>
                  <c:pt idx="50">
                    <c:v>Jul 2020</c:v>
                  </c:pt>
                  <c:pt idx="51">
                    <c:v>Aug 2020</c:v>
                  </c:pt>
                  <c:pt idx="52">
                    <c:v>Sep 2020</c:v>
                  </c:pt>
                  <c:pt idx="53">
                    <c:v>Oct 2020</c:v>
                  </c:pt>
                  <c:pt idx="54">
                    <c:v>Nov 2020</c:v>
                  </c:pt>
                  <c:pt idx="55">
                    <c:v>Dec 2020</c:v>
                  </c:pt>
                  <c:pt idx="56">
                    <c:v>Jan 2021</c:v>
                  </c:pt>
                  <c:pt idx="57">
                    <c:v>Feb 2021</c:v>
                  </c:pt>
                  <c:pt idx="58">
                    <c:v>Mar 2021</c:v>
                  </c:pt>
                  <c:pt idx="59">
                    <c:v>Apr 2021</c:v>
                  </c:pt>
                  <c:pt idx="60">
                    <c:v>May 2021</c:v>
                  </c:pt>
                  <c:pt idx="61">
                    <c:v>Jun 2021</c:v>
                  </c:pt>
                  <c:pt idx="62">
                    <c:v>Jul 2021</c:v>
                  </c:pt>
                  <c:pt idx="63">
                    <c:v>Aug 2021</c:v>
                  </c:pt>
                  <c:pt idx="64">
                    <c:v>Sep 2021</c:v>
                  </c:pt>
                  <c:pt idx="65">
                    <c:v>Oct 2021</c:v>
                  </c:pt>
                  <c:pt idx="66">
                    <c:v>Nov 2021</c:v>
                  </c:pt>
                  <c:pt idx="67">
                    <c:v>Dec 2021</c:v>
                  </c:pt>
                  <c:pt idx="68">
                    <c:v>Jan 2022</c:v>
                  </c:pt>
                  <c:pt idx="69">
                    <c:v>Feb 2022</c:v>
                  </c:pt>
                  <c:pt idx="70">
                    <c:v>Mar 2022</c:v>
                  </c:pt>
                  <c:pt idx="71">
                    <c:v>Apr 2022</c:v>
                  </c:pt>
                  <c:pt idx="72">
                    <c:v>May 2022</c:v>
                  </c:pt>
                  <c:pt idx="73">
                    <c:v>Jun 2022</c:v>
                  </c:pt>
                  <c:pt idx="74">
                    <c:v>Jul 2022</c:v>
                  </c:pt>
                  <c:pt idx="75">
                    <c:v>Aug 2022</c:v>
                  </c:pt>
                  <c:pt idx="76">
                    <c:v>Sep 2022</c:v>
                  </c:pt>
                  <c:pt idx="77">
                    <c:v>Oct 2022</c:v>
                  </c:pt>
                  <c:pt idx="78">
                    <c:v>Nov 2022</c:v>
                  </c:pt>
                  <c:pt idx="79">
                    <c:v>Dec 2022</c:v>
                  </c:pt>
                  <c:pt idx="80">
                    <c:v>Jan 2023</c:v>
                  </c:pt>
                  <c:pt idx="81">
                    <c:v>Feb 2023</c:v>
                  </c:pt>
                  <c:pt idx="82">
                    <c:v>Mar 2023</c:v>
                  </c:pt>
                  <c:pt idx="83">
                    <c:v>Apr 2023</c:v>
                  </c:pt>
                  <c:pt idx="84">
                    <c:v>May 2023</c:v>
                  </c:pt>
                  <c:pt idx="85">
                    <c:v>Jun 2023</c:v>
                  </c:pt>
                  <c:pt idx="86">
                    <c:v>Jul 2023</c:v>
                  </c:pt>
                  <c:pt idx="87">
                    <c:v>Aug 2023</c:v>
                  </c:pt>
                  <c:pt idx="88">
                    <c:v>Sep 2023</c:v>
                  </c:pt>
                  <c:pt idx="89">
                    <c:v>Oct 2023</c:v>
                  </c:pt>
                  <c:pt idx="90">
                    <c:v>Nov 2023</c:v>
                  </c:pt>
                  <c:pt idx="91">
                    <c:v>Dec 2023</c:v>
                  </c:pt>
                  <c:pt idx="92">
                    <c:v>Jan 2024</c:v>
                  </c:pt>
                  <c:pt idx="93">
                    <c:v>Feb 2024</c:v>
                  </c:pt>
                  <c:pt idx="94">
                    <c:v>Mar 2024</c:v>
                  </c:pt>
                  <c:pt idx="95">
                    <c:v>Apr 2024</c:v>
                  </c:pt>
                  <c:pt idx="96">
                    <c:v>May 2024</c:v>
                  </c:pt>
                  <c:pt idx="97">
                    <c:v>Jun 2024</c:v>
                  </c:pt>
                  <c:pt idx="98">
                    <c:v>Jul 2024</c:v>
                  </c:pt>
                  <c:pt idx="99">
                    <c:v>Aug 2024</c:v>
                  </c:pt>
                  <c:pt idx="100">
                    <c:v>Sep 2024</c:v>
                  </c:pt>
                  <c:pt idx="101">
                    <c:v>Oct 2024</c:v>
                  </c:pt>
                  <c:pt idx="102">
                    <c:v>Nov 2024</c:v>
                  </c:pt>
                  <c:pt idx="103">
                    <c:v>Dec 2024</c:v>
                  </c:pt>
                  <c:pt idx="104">
                    <c:v>Jan 2025</c:v>
                  </c:pt>
                </c:lvl>
              </c:multiLvlStrCache>
            </c:multiLvl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100</c:v>
                </c:pt>
                <c:pt idx="1">
                  <c:v>100.21</c:v>
                </c:pt>
                <c:pt idx="2">
                  <c:v>100.41</c:v>
                </c:pt>
                <c:pt idx="3">
                  <c:v>100.61</c:v>
                </c:pt>
                <c:pt idx="4">
                  <c:v>100.81</c:v>
                </c:pt>
                <c:pt idx="5">
                  <c:v>101.01</c:v>
                </c:pt>
                <c:pt idx="6">
                  <c:v>101.2</c:v>
                </c:pt>
                <c:pt idx="7">
                  <c:v>101.4</c:v>
                </c:pt>
                <c:pt idx="8">
                  <c:v>101.62</c:v>
                </c:pt>
                <c:pt idx="9">
                  <c:v>101.78</c:v>
                </c:pt>
                <c:pt idx="10">
                  <c:v>101.96</c:v>
                </c:pt>
                <c:pt idx="11">
                  <c:v>102.11</c:v>
                </c:pt>
                <c:pt idx="12">
                  <c:v>102.26</c:v>
                </c:pt>
                <c:pt idx="13">
                  <c:v>102.39</c:v>
                </c:pt>
                <c:pt idx="14">
                  <c:v>102.51</c:v>
                </c:pt>
                <c:pt idx="15">
                  <c:v>102.62</c:v>
                </c:pt>
                <c:pt idx="16">
                  <c:v>102.73</c:v>
                </c:pt>
                <c:pt idx="17">
                  <c:v>102.84</c:v>
                </c:pt>
                <c:pt idx="18">
                  <c:v>102.96</c:v>
                </c:pt>
                <c:pt idx="19">
                  <c:v>103.07</c:v>
                </c:pt>
                <c:pt idx="20">
                  <c:v>103.2</c:v>
                </c:pt>
                <c:pt idx="21">
                  <c:v>103.3</c:v>
                </c:pt>
                <c:pt idx="22">
                  <c:v>103.42</c:v>
                </c:pt>
                <c:pt idx="23">
                  <c:v>103.52</c:v>
                </c:pt>
                <c:pt idx="24">
                  <c:v>103.63</c:v>
                </c:pt>
                <c:pt idx="25">
                  <c:v>103.74</c:v>
                </c:pt>
                <c:pt idx="26">
                  <c:v>103.85</c:v>
                </c:pt>
                <c:pt idx="27">
                  <c:v>103.96</c:v>
                </c:pt>
                <c:pt idx="28">
                  <c:v>104.06</c:v>
                </c:pt>
                <c:pt idx="29">
                  <c:v>104.18</c:v>
                </c:pt>
                <c:pt idx="30">
                  <c:v>104.28</c:v>
                </c:pt>
                <c:pt idx="31">
                  <c:v>104.43</c:v>
                </c:pt>
                <c:pt idx="32">
                  <c:v>104.57</c:v>
                </c:pt>
                <c:pt idx="33">
                  <c:v>104.71</c:v>
                </c:pt>
                <c:pt idx="34">
                  <c:v>104.86</c:v>
                </c:pt>
                <c:pt idx="35">
                  <c:v>105.01</c:v>
                </c:pt>
                <c:pt idx="36">
                  <c:v>105.15</c:v>
                </c:pt>
                <c:pt idx="37">
                  <c:v>105.28</c:v>
                </c:pt>
                <c:pt idx="38">
                  <c:v>105.39</c:v>
                </c:pt>
                <c:pt idx="39">
                  <c:v>105.49</c:v>
                </c:pt>
                <c:pt idx="40">
                  <c:v>105.6</c:v>
                </c:pt>
                <c:pt idx="41">
                  <c:v>105.67</c:v>
                </c:pt>
                <c:pt idx="42">
                  <c:v>105.74</c:v>
                </c:pt>
                <c:pt idx="43">
                  <c:v>105.81</c:v>
                </c:pt>
                <c:pt idx="44">
                  <c:v>105.86</c:v>
                </c:pt>
                <c:pt idx="45">
                  <c:v>105.91</c:v>
                </c:pt>
                <c:pt idx="46">
                  <c:v>106.01</c:v>
                </c:pt>
                <c:pt idx="47">
                  <c:v>106.25</c:v>
                </c:pt>
                <c:pt idx="48">
                  <c:v>106.28</c:v>
                </c:pt>
                <c:pt idx="49">
                  <c:v>106.29</c:v>
                </c:pt>
                <c:pt idx="50">
                  <c:v>106.3</c:v>
                </c:pt>
                <c:pt idx="51">
                  <c:v>106.31</c:v>
                </c:pt>
                <c:pt idx="52">
                  <c:v>106.32</c:v>
                </c:pt>
                <c:pt idx="53">
                  <c:v>106.33</c:v>
                </c:pt>
                <c:pt idx="54">
                  <c:v>106.33</c:v>
                </c:pt>
                <c:pt idx="55">
                  <c:v>106.34</c:v>
                </c:pt>
                <c:pt idx="56">
                  <c:v>106.34</c:v>
                </c:pt>
                <c:pt idx="57">
                  <c:v>106.35</c:v>
                </c:pt>
                <c:pt idx="58">
                  <c:v>106.36</c:v>
                </c:pt>
                <c:pt idx="59">
                  <c:v>106.36</c:v>
                </c:pt>
                <c:pt idx="60">
                  <c:v>106.37</c:v>
                </c:pt>
                <c:pt idx="61">
                  <c:v>106.38</c:v>
                </c:pt>
                <c:pt idx="62">
                  <c:v>106.38</c:v>
                </c:pt>
                <c:pt idx="63">
                  <c:v>106.39</c:v>
                </c:pt>
                <c:pt idx="64">
                  <c:v>106.38</c:v>
                </c:pt>
                <c:pt idx="65">
                  <c:v>106.49</c:v>
                </c:pt>
                <c:pt idx="66">
                  <c:v>106.62</c:v>
                </c:pt>
                <c:pt idx="67">
                  <c:v>106.81</c:v>
                </c:pt>
                <c:pt idx="68">
                  <c:v>107.09</c:v>
                </c:pt>
                <c:pt idx="69">
                  <c:v>107.44</c:v>
                </c:pt>
                <c:pt idx="70">
                  <c:v>107.85</c:v>
                </c:pt>
                <c:pt idx="71">
                  <c:v>108.34</c:v>
                </c:pt>
                <c:pt idx="72">
                  <c:v>108.94</c:v>
                </c:pt>
                <c:pt idx="73">
                  <c:v>109.58</c:v>
                </c:pt>
                <c:pt idx="74">
                  <c:v>110.29</c:v>
                </c:pt>
                <c:pt idx="75">
                  <c:v>111.07</c:v>
                </c:pt>
                <c:pt idx="76">
                  <c:v>111.88</c:v>
                </c:pt>
                <c:pt idx="77">
                  <c:v>112.69</c:v>
                </c:pt>
                <c:pt idx="78">
                  <c:v>113.68</c:v>
                </c:pt>
                <c:pt idx="79">
                  <c:v>114.58</c:v>
                </c:pt>
                <c:pt idx="80">
                  <c:v>115.55</c:v>
                </c:pt>
                <c:pt idx="81">
                  <c:v>116.4</c:v>
                </c:pt>
                <c:pt idx="82">
                  <c:v>117.36</c:v>
                </c:pt>
                <c:pt idx="83">
                  <c:v>118.23</c:v>
                </c:pt>
                <c:pt idx="84">
                  <c:v>119.28</c:v>
                </c:pt>
                <c:pt idx="85">
                  <c:v>120.23</c:v>
                </c:pt>
                <c:pt idx="86">
                  <c:v>121.22</c:v>
                </c:pt>
                <c:pt idx="87">
                  <c:v>122.14</c:v>
                </c:pt>
                <c:pt idx="88">
                  <c:v>122.97</c:v>
                </c:pt>
                <c:pt idx="89">
                  <c:v>123.79</c:v>
                </c:pt>
                <c:pt idx="90">
                  <c:v>124.55</c:v>
                </c:pt>
                <c:pt idx="91">
                  <c:v>125.31</c:v>
                </c:pt>
                <c:pt idx="92">
                  <c:v>126.05</c:v>
                </c:pt>
                <c:pt idx="93">
                  <c:v>126.69</c:v>
                </c:pt>
                <c:pt idx="94">
                  <c:v>127.25</c:v>
                </c:pt>
                <c:pt idx="95">
                  <c:v>127.85</c:v>
                </c:pt>
                <c:pt idx="96">
                  <c:v>128.39</c:v>
                </c:pt>
                <c:pt idx="97">
                  <c:v>128.85</c:v>
                </c:pt>
                <c:pt idx="98">
                  <c:v>129.32</c:v>
                </c:pt>
                <c:pt idx="99">
                  <c:v>129.79</c:v>
                </c:pt>
                <c:pt idx="100">
                  <c:v>130.23</c:v>
                </c:pt>
                <c:pt idx="101">
                  <c:v>130.67</c:v>
                </c:pt>
                <c:pt idx="102">
                  <c:v>131.09</c:v>
                </c:pt>
                <c:pt idx="103">
                  <c:v>131.52</c:v>
                </c:pt>
                <c:pt idx="104">
                  <c:v>131.91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in val="97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2646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2020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169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261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43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0799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1208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035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48640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55040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Recurrente, es la tasa de política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208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30021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48309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5471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CLP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06040" y="2240280"/>
            <a:ext cx="4818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Recurrente</a:t>
            </a:r>
            <a:endParaRPr lang="en-US" sz="7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606040" y="2395728"/>
          <a:ext cx="4818888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2606040" y="424281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606040" y="4498848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572000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 2025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-19.45%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-16.29%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0" name="Text 46"/>
          <p:cNvSpPr/>
          <p:nvPr/>
        </p:nvSpPr>
        <p:spPr>
          <a:xfrm>
            <a:off x="2606040" y="5349240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2606040" y="5513832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577840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04672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301752"/>
              </a:tblGrid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" y="245059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25420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" y="272491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980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90472" y="279806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36,89%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61,21%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2026-05-19T11:59:02Z</dcterms:created>
  <dcterms:modified xsi:type="dcterms:W3CDTF">2026-05-19T11:59:02Z</dcterms:modified>
</cp:coreProperties>
</file>