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Mar 2026</c:v>
                  </c:pt>
                  <c:pt idx="1">
                    <c:v>Apr 2026</c:v>
                  </c:pt>
                  <c:pt idx="2">
                    <c:v>May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1000</c:v>
                </c:pt>
                <c:pt idx="1">
                  <c:v>1005.51</c:v>
                </c:pt>
                <c:pt idx="2">
                  <c:v>1006.43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Mar 2026</c:v>
                  </c:pt>
                  <c:pt idx="1">
                    <c:v>Apr 2026</c:v>
                  </c:pt>
                  <c:pt idx="2">
                    <c:v>May 2026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1000</c:v>
                </c:pt>
                <c:pt idx="1">
                  <c:v>1003.76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12,07%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2026-05-14T22:15:56Z</dcterms:created>
  <dcterms:modified xsi:type="dcterms:W3CDTF">2026-05-14T22:15:56Z</dcterms:modified>
</cp:coreProperties>
</file>