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1000</c:v>
                </c:pt>
                <c:pt idx="1">
                  <c:v>1000.08</c:v>
                </c:pt>
                <c:pt idx="2">
                  <c:v>1000.34</c:v>
                </c:pt>
                <c:pt idx="3">
                  <c:v>1000.59</c:v>
                </c:pt>
                <c:pt idx="4">
                  <c:v>1000.6</c:v>
                </c:pt>
                <c:pt idx="5">
                  <c:v>1000.78</c:v>
                </c:pt>
                <c:pt idx="6">
                  <c:v>1000.78</c:v>
                </c:pt>
                <c:pt idx="7">
                  <c:v>1000.96</c:v>
                </c:pt>
                <c:pt idx="8">
                  <c:v>1001.11</c:v>
                </c:pt>
                <c:pt idx="9">
                  <c:v>1001.29</c:v>
                </c:pt>
                <c:pt idx="10">
                  <c:v>1001.47</c:v>
                </c:pt>
                <c:pt idx="11">
                  <c:v>1001.65</c:v>
                </c:pt>
                <c:pt idx="12">
                  <c:v>1001.84</c:v>
                </c:pt>
                <c:pt idx="13">
                  <c:v>1002.02</c:v>
                </c:pt>
                <c:pt idx="14">
                  <c:v>1002.19</c:v>
                </c:pt>
                <c:pt idx="15">
                  <c:v>1002.38</c:v>
                </c:pt>
                <c:pt idx="16">
                  <c:v>1002.56</c:v>
                </c:pt>
                <c:pt idx="17">
                  <c:v>1002.74</c:v>
                </c:pt>
                <c:pt idx="18">
                  <c:v>1002.92</c:v>
                </c:pt>
                <c:pt idx="19">
                  <c:v>1003.1</c:v>
                </c:pt>
                <c:pt idx="20">
                  <c:v>1003.28</c:v>
                </c:pt>
                <c:pt idx="21">
                  <c:v>1003.44</c:v>
                </c:pt>
                <c:pt idx="22">
                  <c:v>1003.65</c:v>
                </c:pt>
                <c:pt idx="23">
                  <c:v>1003.86</c:v>
                </c:pt>
                <c:pt idx="24">
                  <c:v>1004.07</c:v>
                </c:pt>
                <c:pt idx="25">
                  <c:v>1004.24</c:v>
                </c:pt>
                <c:pt idx="26">
                  <c:v>1004.43</c:v>
                </c:pt>
                <c:pt idx="27">
                  <c:v>1004.58</c:v>
                </c:pt>
                <c:pt idx="28">
                  <c:v>1004.68</c:v>
                </c:pt>
                <c:pt idx="29">
                  <c:v>1004.86</c:v>
                </c:pt>
                <c:pt idx="30">
                  <c:v>1005.05</c:v>
                </c:pt>
                <c:pt idx="31">
                  <c:v>1005.23</c:v>
                </c:pt>
                <c:pt idx="32">
                  <c:v>1005.4</c:v>
                </c:pt>
                <c:pt idx="33">
                  <c:v>1005.58</c:v>
                </c:pt>
                <c:pt idx="34">
                  <c:v>1005.76</c:v>
                </c:pt>
                <c:pt idx="35">
                  <c:v>1005.95</c:v>
                </c:pt>
                <c:pt idx="36">
                  <c:v>1006.13</c:v>
                </c:pt>
                <c:pt idx="37">
                  <c:v>1006.32</c:v>
                </c:pt>
                <c:pt idx="38">
                  <c:v>1006.5</c:v>
                </c:pt>
                <c:pt idx="39">
                  <c:v>1006.68</c:v>
                </c:pt>
                <c:pt idx="40">
                  <c:v>1006.99</c:v>
                </c:pt>
                <c:pt idx="41">
                  <c:v>1007.17</c:v>
                </c:pt>
                <c:pt idx="42">
                  <c:v>1007.35</c:v>
                </c:pt>
                <c:pt idx="43">
                  <c:v>1007.54</c:v>
                </c:pt>
                <c:pt idx="44">
                  <c:v>1007.72</c:v>
                </c:pt>
                <c:pt idx="45">
                  <c:v>1007.91</c:v>
                </c:pt>
                <c:pt idx="46">
                  <c:v>1008.09</c:v>
                </c:pt>
                <c:pt idx="47">
                  <c:v>1008.27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1000</c:v>
                </c:pt>
                <c:pt idx="1">
                  <c:v>1003.76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1000</c:v>
                </c:pt>
                <c:pt idx="1">
                  <c:v>1002.6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2026-05-15T17:59:24Z</dcterms:created>
  <dcterms:modified xsi:type="dcterms:W3CDTF">2026-05-15T17:59:24Z</dcterms:modified>
</cp:coreProperties>
</file>