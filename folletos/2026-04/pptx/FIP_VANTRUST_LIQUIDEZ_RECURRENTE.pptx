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</c:f>
              <c:multiLvlStrCache>
                <c:ptCount val="2"/>
                <c:lvl>
                  <c:pt idx="0">
                    <c:v>Mar 2026</c:v>
                  </c:pt>
                  <c:pt idx="1">
                    <c:v>Apr 2026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100</c:v>
                </c:pt>
                <c:pt idx="1">
                  <c:v>100.37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</c:f>
              <c:multiLvlStrCache>
                <c:ptCount val="2"/>
                <c:lvl>
                  <c:pt idx="0">
                    <c:v>Mar 2026</c:v>
                  </c:pt>
                  <c:pt idx="1">
                    <c:v>Apr 2026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100</c:v>
                </c:pt>
                <c:pt idx="1">
                  <c:v>100.47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</c:f>
              <c:multiLvlStrCache>
                <c:ptCount val="2"/>
                <c:lvl>
                  <c:pt idx="0">
                    <c:v>Mar 2026</c:v>
                  </c:pt>
                  <c:pt idx="1">
                    <c:v>Apr 2026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100</c:v>
                </c:pt>
                <c:pt idx="1">
                  <c:v>100.26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Recurrente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Agosto 2020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Recurrente,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13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Recurrente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 2025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36,89%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61,21%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1,90%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2026-05-18T23:41:07Z</dcterms:created>
  <dcterms:modified xsi:type="dcterms:W3CDTF">2026-05-18T23:41:07Z</dcterms:modified>
</cp:coreProperties>
</file>