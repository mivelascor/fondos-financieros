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503.97</c:v>
                </c:pt>
                <c:pt idx="1">
                  <c:v>506.44</c:v>
                </c:pt>
                <c:pt idx="2">
                  <c:v>507.82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1004.68</c:v>
                </c:pt>
                <c:pt idx="2">
                  <c:v>1005.46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887.8</c:v>
                </c:pt>
                <c:pt idx="1">
                  <c:v>889.66</c:v>
                </c:pt>
                <c:pt idx="2">
                  <c:v>893.63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8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2026-05-18T17:46:41Z</dcterms:created>
  <dcterms:modified xsi:type="dcterms:W3CDTF">2026-05-18T17:46:41Z</dcterms:modified>
</cp:coreProperties>
</file>