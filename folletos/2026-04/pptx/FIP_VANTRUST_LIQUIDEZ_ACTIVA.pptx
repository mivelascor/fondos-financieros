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Sheet1!$A$2:$A$15</c:f>
              <c:multiLvlStrCache>
                <c:ptCount val="14"/>
                <c:lvl>
                  <c:pt idx="0">
                    <c:v>Mar 2025</c:v>
                  </c:pt>
                  <c:pt idx="1">
                    <c:v>Apr 2025</c:v>
                  </c:pt>
                  <c:pt idx="2">
                    <c:v>May 2025</c:v>
                  </c:pt>
                  <c:pt idx="3">
                    <c:v>Jun 2025</c:v>
                  </c:pt>
                  <c:pt idx="4">
                    <c:v>Jul 2025</c:v>
                  </c:pt>
                  <c:pt idx="5">
                    <c:v>Aug 2025</c:v>
                  </c:pt>
                  <c:pt idx="6">
                    <c:v>Sep 2025</c:v>
                  </c:pt>
                  <c:pt idx="7">
                    <c:v>Oct 2025</c:v>
                  </c:pt>
                  <c:pt idx="8">
                    <c:v>Nov 2025</c:v>
                  </c:pt>
                  <c:pt idx="9">
                    <c:v>Dec 2025</c:v>
                  </c:pt>
                  <c:pt idx="10">
                    <c:v>Jan 2026</c:v>
                  </c:pt>
                  <c:pt idx="11">
                    <c:v>Feb 2026</c:v>
                  </c:pt>
                  <c:pt idx="12">
                    <c:v>Mar 2026</c:v>
                  </c:pt>
                  <c:pt idx="13">
                    <c:v>Apr 2026</c:v>
                  </c:pt>
                </c:lvl>
              </c:multiLvlStrCache>
            </c:multiLvl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100</c:v>
                </c:pt>
                <c:pt idx="1">
                  <c:v>100.42</c:v>
                </c:pt>
                <c:pt idx="2">
                  <c:v>100.84</c:v>
                </c:pt>
                <c:pt idx="3">
                  <c:v>101.27</c:v>
                </c:pt>
                <c:pt idx="4">
                  <c:v>101.71</c:v>
                </c:pt>
                <c:pt idx="5">
                  <c:v>102.1</c:v>
                </c:pt>
                <c:pt idx="6">
                  <c:v>102.53</c:v>
                </c:pt>
                <c:pt idx="7">
                  <c:v>102.94</c:v>
                </c:pt>
                <c:pt idx="8">
                  <c:v>103.33</c:v>
                </c:pt>
                <c:pt idx="9">
                  <c:v>103.76</c:v>
                </c:pt>
                <c:pt idx="10">
                  <c:v>104.16</c:v>
                </c:pt>
                <c:pt idx="11">
                  <c:v>104.54</c:v>
                </c:pt>
                <c:pt idx="12">
                  <c:v>104.95</c:v>
                </c:pt>
                <c:pt idx="13">
                  <c:v>78.25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ACTIVA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Sheet1!$A$2:$A$15</c:f>
              <c:multiLvlStrCache>
                <c:ptCount val="14"/>
                <c:lvl>
                  <c:pt idx="0">
                    <c:v>Mar 2025</c:v>
                  </c:pt>
                  <c:pt idx="1">
                    <c:v>Apr 2025</c:v>
                  </c:pt>
                  <c:pt idx="2">
                    <c:v>May 2025</c:v>
                  </c:pt>
                  <c:pt idx="3">
                    <c:v>Jun 2025</c:v>
                  </c:pt>
                  <c:pt idx="4">
                    <c:v>Jul 2025</c:v>
                  </c:pt>
                  <c:pt idx="5">
                    <c:v>Aug 2025</c:v>
                  </c:pt>
                  <c:pt idx="6">
                    <c:v>Sep 2025</c:v>
                  </c:pt>
                  <c:pt idx="7">
                    <c:v>Oct 2025</c:v>
                  </c:pt>
                  <c:pt idx="8">
                    <c:v>Nov 2025</c:v>
                  </c:pt>
                  <c:pt idx="9">
                    <c:v>Dec 2025</c:v>
                  </c:pt>
                  <c:pt idx="10">
                    <c:v>Jan 2026</c:v>
                  </c:pt>
                  <c:pt idx="11">
                    <c:v>Feb 2026</c:v>
                  </c:pt>
                  <c:pt idx="12">
                    <c:v>Mar 2026</c:v>
                  </c:pt>
                  <c:pt idx="13">
                    <c:v>Apr 2026</c:v>
                  </c:pt>
                </c:lvl>
              </c:multiLvlStrCache>
            </c:multiLvl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100</c:v>
                </c:pt>
                <c:pt idx="1">
                  <c:v>100.1</c:v>
                </c:pt>
                <c:pt idx="2">
                  <c:v>100.19</c:v>
                </c:pt>
                <c:pt idx="3">
                  <c:v>100.92</c:v>
                </c:pt>
                <c:pt idx="4">
                  <c:v>101.55</c:v>
                </c:pt>
                <c:pt idx="5">
                  <c:v>102.17</c:v>
                </c:pt>
                <c:pt idx="6">
                  <c:v>102.76</c:v>
                </c:pt>
                <c:pt idx="7">
                  <c:v>103.43</c:v>
                </c:pt>
                <c:pt idx="8">
                  <c:v>104.03</c:v>
                </c:pt>
                <c:pt idx="9">
                  <c:v>104.68</c:v>
                </c:pt>
                <c:pt idx="10">
                  <c:v>105.3</c:v>
                </c:pt>
                <c:pt idx="11">
                  <c:v>105.88</c:v>
                </c:pt>
                <c:pt idx="12">
                  <c:v>106.53</c:v>
                </c:pt>
                <c:pt idx="13">
                  <c:v>107.17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Sheet1!$A$2:$A$15</c:f>
              <c:multiLvlStrCache>
                <c:ptCount val="14"/>
                <c:lvl>
                  <c:pt idx="0">
                    <c:v>Mar 2025</c:v>
                  </c:pt>
                  <c:pt idx="1">
                    <c:v>Apr 2025</c:v>
                  </c:pt>
                  <c:pt idx="2">
                    <c:v>May 2025</c:v>
                  </c:pt>
                  <c:pt idx="3">
                    <c:v>Jun 2025</c:v>
                  </c:pt>
                  <c:pt idx="4">
                    <c:v>Jul 2025</c:v>
                  </c:pt>
                  <c:pt idx="5">
                    <c:v>Aug 2025</c:v>
                  </c:pt>
                  <c:pt idx="6">
                    <c:v>Sep 2025</c:v>
                  </c:pt>
                  <c:pt idx="7">
                    <c:v>Oct 2025</c:v>
                  </c:pt>
                  <c:pt idx="8">
                    <c:v>Nov 2025</c:v>
                  </c:pt>
                  <c:pt idx="9">
                    <c:v>Dec 2025</c:v>
                  </c:pt>
                  <c:pt idx="10">
                    <c:v>Jan 2026</c:v>
                  </c:pt>
                  <c:pt idx="11">
                    <c:v>Feb 2026</c:v>
                  </c:pt>
                  <c:pt idx="12">
                    <c:v>Mar 2026</c:v>
                  </c:pt>
                  <c:pt idx="13">
                    <c:v>Apr 2026</c:v>
                  </c:pt>
                </c:lvl>
              </c:multiLvlStrCache>
            </c:multiLvl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100</c:v>
                </c:pt>
                <c:pt idx="1">
                  <c:v>100.3</c:v>
                </c:pt>
                <c:pt idx="2">
                  <c:v>100.61</c:v>
                </c:pt>
                <c:pt idx="3">
                  <c:v>100.91</c:v>
                </c:pt>
                <c:pt idx="4">
                  <c:v>101.22</c:v>
                </c:pt>
                <c:pt idx="5">
                  <c:v>101.51</c:v>
                </c:pt>
                <c:pt idx="6">
                  <c:v>101.79</c:v>
                </c:pt>
                <c:pt idx="7">
                  <c:v>102.08</c:v>
                </c:pt>
                <c:pt idx="8">
                  <c:v>102.37</c:v>
                </c:pt>
                <c:pt idx="9">
                  <c:v>102.66</c:v>
                </c:pt>
                <c:pt idx="10">
                  <c:v>102.94</c:v>
                </c:pt>
                <c:pt idx="11">
                  <c:v>103.19</c:v>
                </c:pt>
                <c:pt idx="12">
                  <c:v>103.47</c:v>
                </c:pt>
                <c:pt idx="13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75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0,50% de la TPM vigente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Activa,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Activa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-24.88%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-23.98%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2026-05-19T13:58:23Z</dcterms:created>
  <dcterms:modified xsi:type="dcterms:W3CDTF">2026-05-19T13:58:23Z</dcterms:modified>
</cp:coreProperties>
</file>