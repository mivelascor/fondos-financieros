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519.78</c:v>
                </c:pt>
                <c:pt idx="1">
                  <c:v>522.32</c:v>
                </c:pt>
                <c:pt idx="2">
                  <c:v>523.75</c:v>
                </c:pt>
                <c:pt idx="3">
                  <c:v>524.58</c:v>
                </c:pt>
                <c:pt idx="4">
                  <c:v>525.18</c:v>
                </c:pt>
                <c:pt idx="5">
                  <c:v>525.63</c:v>
                </c:pt>
                <c:pt idx="6">
                  <c:v>525.88</c:v>
                </c:pt>
                <c:pt idx="7">
                  <c:v>526.1</c:v>
                </c:pt>
                <c:pt idx="8">
                  <c:v>526.32</c:v>
                </c:pt>
                <c:pt idx="9">
                  <c:v>526.54</c:v>
                </c:pt>
                <c:pt idx="10">
                  <c:v>526.76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ACTIVA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1006.12</c:v>
                </c:pt>
                <c:pt idx="2">
                  <c:v>1011.93</c:v>
                </c:pt>
                <c:pt idx="3">
                  <c:v>1018.51</c:v>
                </c:pt>
                <c:pt idx="4">
                  <c:v>1024.43</c:v>
                </c:pt>
                <c:pt idx="5">
                  <c:v>1030.87</c:v>
                </c:pt>
                <c:pt idx="6">
                  <c:v>1036.94</c:v>
                </c:pt>
                <c:pt idx="7">
                  <c:v>1042.66</c:v>
                </c:pt>
                <c:pt idx="8">
                  <c:v>1049.07</c:v>
                </c:pt>
                <c:pt idx="9">
                  <c:v>1055.31</c:v>
                </c:pt>
                <c:pt idx="10">
                  <c:v>1056.29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907.63</c:v>
                </c:pt>
                <c:pt idx="1">
                  <c:v>909.53</c:v>
                </c:pt>
                <c:pt idx="2">
                  <c:v>913.59</c:v>
                </c:pt>
                <c:pt idx="3">
                  <c:v>913.59</c:v>
                </c:pt>
                <c:pt idx="4">
                  <c:v>915.24</c:v>
                </c:pt>
                <c:pt idx="5">
                  <c:v>917.14</c:v>
                </c:pt>
                <c:pt idx="6">
                  <c:v>919.08</c:v>
                </c:pt>
                <c:pt idx="7">
                  <c:v>921.04</c:v>
                </c:pt>
                <c:pt idx="8">
                  <c:v>923.01</c:v>
                </c:pt>
                <c:pt idx="9">
                  <c:v>925.03</c:v>
                </c:pt>
                <c:pt idx="10">
                  <c:v>926.95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504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0,50% de la TPM vigente + IVA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Activa,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11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ACTIVA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2296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ACTIVA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ACTIVA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63,16%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2026-05-18T12:53:35Z</dcterms:created>
  <dcterms:modified xsi:type="dcterms:W3CDTF">2026-05-18T12:53:35Z</dcterms:modified>
</cp:coreProperties>
</file>