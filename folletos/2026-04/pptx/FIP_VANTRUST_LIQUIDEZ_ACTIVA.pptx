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78.25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100.1</c:v>
                </c:pt>
                <c:pt idx="2">
                  <c:v>100.19</c:v>
                </c:pt>
                <c:pt idx="3">
                  <c:v>100.92</c:v>
                </c:pt>
                <c:pt idx="4">
                  <c:v>101.55</c:v>
                </c:pt>
                <c:pt idx="5">
                  <c:v>102.17</c:v>
                </c:pt>
                <c:pt idx="6">
                  <c:v>102.76</c:v>
                </c:pt>
                <c:pt idx="7">
                  <c:v>103.43</c:v>
                </c:pt>
                <c:pt idx="8">
                  <c:v>104.03</c:v>
                </c:pt>
                <c:pt idx="9">
                  <c:v>104.68</c:v>
                </c:pt>
                <c:pt idx="10">
                  <c:v>105.3</c:v>
                </c:pt>
                <c:pt idx="11">
                  <c:v>105.88</c:v>
                </c:pt>
                <c:pt idx="12">
                  <c:v>106.53</c:v>
                </c:pt>
                <c:pt idx="13">
                  <c:v>107.17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2026-05-19T14:05:42Z</dcterms:created>
  <dcterms:modified xsi:type="dcterms:W3CDTF">2026-05-19T14:05:42Z</dcterms:modified>
</cp:coreProperties>
</file>