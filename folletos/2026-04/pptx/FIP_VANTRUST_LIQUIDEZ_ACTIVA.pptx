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ACTIVA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1006.12</c:v>
                </c:pt>
                <c:pt idx="2">
                  <c:v>1011.93</c:v>
                </c:pt>
                <c:pt idx="3">
                  <c:v>1018.51</c:v>
                </c:pt>
                <c:pt idx="4">
                  <c:v>1024.43</c:v>
                </c:pt>
                <c:pt idx="5">
                  <c:v>1030.87</c:v>
                </c:pt>
                <c:pt idx="6">
                  <c:v>1036.94</c:v>
                </c:pt>
                <c:pt idx="7">
                  <c:v>1042.66</c:v>
                </c:pt>
                <c:pt idx="8">
                  <c:v>1049.07</c:v>
                </c:pt>
                <c:pt idx="9">
                  <c:v>1055.31</c:v>
                </c:pt>
                <c:pt idx="10">
                  <c:v>1056.29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0,50% de la TPM vigente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Activa,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Activa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2026-05-18T17:50:20Z</dcterms:created>
  <dcterms:modified xsi:type="dcterms:W3CDTF">2026-05-18T17:50:20Z</dcterms:modified>
</cp:coreProperties>
</file>