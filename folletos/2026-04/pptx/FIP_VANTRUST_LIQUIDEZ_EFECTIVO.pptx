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1006.35</c:v>
                </c:pt>
                <c:pt idx="2">
                  <c:v>1012.14</c:v>
                </c:pt>
                <c:pt idx="3">
                  <c:v>1019.26</c:v>
                </c:pt>
                <c:pt idx="4">
                  <c:v>1025.55</c:v>
                </c:pt>
                <c:pt idx="5">
                  <c:v>1032.14</c:v>
                </c:pt>
                <c:pt idx="6">
                  <c:v>1039.53</c:v>
                </c:pt>
                <c:pt idx="7">
                  <c:v>1045.85</c:v>
                </c:pt>
                <c:pt idx="8">
                  <c:v>1052.42</c:v>
                </c:pt>
                <c:pt idx="9">
                  <c:v>1059.01</c:v>
                </c:pt>
                <c:pt idx="10">
                  <c:v>1060.08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2026-05-14T22:15:46Z</dcterms:created>
  <dcterms:modified xsi:type="dcterms:W3CDTF">2026-05-14T22:15:46Z</dcterms:modified>
</cp:coreProperties>
</file>