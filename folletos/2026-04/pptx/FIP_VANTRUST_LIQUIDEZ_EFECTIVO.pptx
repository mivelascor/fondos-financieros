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Sheet1!$B$2:$B$65</c:f>
              <c:numCache>
                <c:formatCode>General</c:formatCode>
                <c:ptCount val="64"/>
                <c:pt idx="0">
                  <c:v>100</c:v>
                </c:pt>
                <c:pt idx="1">
                  <c:v>100.02</c:v>
                </c:pt>
                <c:pt idx="2">
                  <c:v>100.05</c:v>
                </c:pt>
                <c:pt idx="3">
                  <c:v>100.08</c:v>
                </c:pt>
                <c:pt idx="4">
                  <c:v>100.1</c:v>
                </c:pt>
                <c:pt idx="5">
                  <c:v>100.13</c:v>
                </c:pt>
                <c:pt idx="6">
                  <c:v>100.18</c:v>
                </c:pt>
                <c:pt idx="7">
                  <c:v>100.24</c:v>
                </c:pt>
                <c:pt idx="8">
                  <c:v>100.37</c:v>
                </c:pt>
                <c:pt idx="9">
                  <c:v>100.58</c:v>
                </c:pt>
                <c:pt idx="10">
                  <c:v>100.79</c:v>
                </c:pt>
                <c:pt idx="11">
                  <c:v>101.11</c:v>
                </c:pt>
                <c:pt idx="12">
                  <c:v>101.46</c:v>
                </c:pt>
                <c:pt idx="13">
                  <c:v>101.9</c:v>
                </c:pt>
                <c:pt idx="14">
                  <c:v>102.39</c:v>
                </c:pt>
                <c:pt idx="15">
                  <c:v>102.95</c:v>
                </c:pt>
                <c:pt idx="16">
                  <c:v>103.68</c:v>
                </c:pt>
                <c:pt idx="17">
                  <c:v>104.44</c:v>
                </c:pt>
                <c:pt idx="18">
                  <c:v>105.23</c:v>
                </c:pt>
                <c:pt idx="19">
                  <c:v>106.18</c:v>
                </c:pt>
                <c:pt idx="20">
                  <c:v>107.11</c:v>
                </c:pt>
                <c:pt idx="21">
                  <c:v>108.03</c:v>
                </c:pt>
                <c:pt idx="22">
                  <c:v>109.15</c:v>
                </c:pt>
                <c:pt idx="23">
                  <c:v>110.18</c:v>
                </c:pt>
                <c:pt idx="24">
                  <c:v>111.29</c:v>
                </c:pt>
                <c:pt idx="25">
                  <c:v>112.27</c:v>
                </c:pt>
                <c:pt idx="26">
                  <c:v>113.36</c:v>
                </c:pt>
                <c:pt idx="27">
                  <c:v>114.36</c:v>
                </c:pt>
                <c:pt idx="28">
                  <c:v>115.54</c:v>
                </c:pt>
                <c:pt idx="29">
                  <c:v>116.63</c:v>
                </c:pt>
                <c:pt idx="30">
                  <c:v>117.76</c:v>
                </c:pt>
                <c:pt idx="31">
                  <c:v>118.81</c:v>
                </c:pt>
                <c:pt idx="32">
                  <c:v>119.73</c:v>
                </c:pt>
                <c:pt idx="33">
                  <c:v>120.75</c:v>
                </c:pt>
                <c:pt idx="34">
                  <c:v>121.65</c:v>
                </c:pt>
                <c:pt idx="35">
                  <c:v>122.52</c:v>
                </c:pt>
                <c:pt idx="36">
                  <c:v>123.42</c:v>
                </c:pt>
                <c:pt idx="37">
                  <c:v>124.17</c:v>
                </c:pt>
                <c:pt idx="38">
                  <c:v>124.87</c:v>
                </c:pt>
                <c:pt idx="39">
                  <c:v>125.63</c:v>
                </c:pt>
                <c:pt idx="40">
                  <c:v>126.33</c:v>
                </c:pt>
                <c:pt idx="41">
                  <c:v>126.91</c:v>
                </c:pt>
                <c:pt idx="42">
                  <c:v>127.58</c:v>
                </c:pt>
                <c:pt idx="43">
                  <c:v>128.19</c:v>
                </c:pt>
                <c:pt idx="44">
                  <c:v>128.81</c:v>
                </c:pt>
                <c:pt idx="45">
                  <c:v>129.39</c:v>
                </c:pt>
                <c:pt idx="46">
                  <c:v>129.95</c:v>
                </c:pt>
                <c:pt idx="47">
                  <c:v>130.53</c:v>
                </c:pt>
                <c:pt idx="48">
                  <c:v>131.11</c:v>
                </c:pt>
                <c:pt idx="49">
                  <c:v>131.62</c:v>
                </c:pt>
                <c:pt idx="50">
                  <c:v>132.19</c:v>
                </c:pt>
                <c:pt idx="51">
                  <c:v>132.74</c:v>
                </c:pt>
                <c:pt idx="52">
                  <c:v>133.3</c:v>
                </c:pt>
                <c:pt idx="53">
                  <c:v>133.87</c:v>
                </c:pt>
                <c:pt idx="54">
                  <c:v>134.45</c:v>
                </c:pt>
                <c:pt idx="55">
                  <c:v>134.96</c:v>
                </c:pt>
                <c:pt idx="56">
                  <c:v>135.54</c:v>
                </c:pt>
                <c:pt idx="57">
                  <c:v>136.07</c:v>
                </c:pt>
                <c:pt idx="58">
                  <c:v>136.59</c:v>
                </c:pt>
                <c:pt idx="59">
                  <c:v>137.16</c:v>
                </c:pt>
                <c:pt idx="60">
                  <c:v>137.69</c:v>
                </c:pt>
                <c:pt idx="61">
                  <c:v>138.19</c:v>
                </c:pt>
                <c:pt idx="62">
                  <c:v>138.73</c:v>
                </c:pt>
                <c:pt idx="63">
                  <c:v>103.44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Sheet1!$C$2:$C$65</c:f>
              <c:numCache>
                <c:formatCode>General</c:formatCode>
                <c:ptCount val="64"/>
                <c:pt idx="0">
                  <c:v>100</c:v>
                </c:pt>
                <c:pt idx="1">
                  <c:v>100.12</c:v>
                </c:pt>
                <c:pt idx="2">
                  <c:v>100.25</c:v>
                </c:pt>
                <c:pt idx="3">
                  <c:v>100.45</c:v>
                </c:pt>
                <c:pt idx="4">
                  <c:v>100.66</c:v>
                </c:pt>
                <c:pt idx="5">
                  <c:v>100.83</c:v>
                </c:pt>
                <c:pt idx="6">
                  <c:v>100.99</c:v>
                </c:pt>
                <c:pt idx="7">
                  <c:v>101.11</c:v>
                </c:pt>
                <c:pt idx="8">
                  <c:v>101.24</c:v>
                </c:pt>
                <c:pt idx="9">
                  <c:v>101.41</c:v>
                </c:pt>
                <c:pt idx="10">
                  <c:v>101.6</c:v>
                </c:pt>
                <c:pt idx="11">
                  <c:v>101.88</c:v>
                </c:pt>
                <c:pt idx="12">
                  <c:v>102.26</c:v>
                </c:pt>
                <c:pt idx="13">
                  <c:v>102.7</c:v>
                </c:pt>
                <c:pt idx="14">
                  <c:v>103.19</c:v>
                </c:pt>
                <c:pt idx="15">
                  <c:v>103.85</c:v>
                </c:pt>
                <c:pt idx="16">
                  <c:v>104.73</c:v>
                </c:pt>
                <c:pt idx="17">
                  <c:v>105.75</c:v>
                </c:pt>
                <c:pt idx="18">
                  <c:v>106.47</c:v>
                </c:pt>
                <c:pt idx="19">
                  <c:v>107.49</c:v>
                </c:pt>
                <c:pt idx="20">
                  <c:v>108.49</c:v>
                </c:pt>
                <c:pt idx="21">
                  <c:v>109.49</c:v>
                </c:pt>
                <c:pt idx="22">
                  <c:v>110.74</c:v>
                </c:pt>
                <c:pt idx="23">
                  <c:v>111.9</c:v>
                </c:pt>
                <c:pt idx="24">
                  <c:v>113.21</c:v>
                </c:pt>
                <c:pt idx="25">
                  <c:v>114.46</c:v>
                </c:pt>
                <c:pt idx="26">
                  <c:v>115.82</c:v>
                </c:pt>
                <c:pt idx="27">
                  <c:v>117.04</c:v>
                </c:pt>
                <c:pt idx="28">
                  <c:v>118.49</c:v>
                </c:pt>
                <c:pt idx="29">
                  <c:v>119.74</c:v>
                </c:pt>
                <c:pt idx="30">
                  <c:v>121.05</c:v>
                </c:pt>
                <c:pt idx="31">
                  <c:v>122.35</c:v>
                </c:pt>
                <c:pt idx="32">
                  <c:v>123.55</c:v>
                </c:pt>
                <c:pt idx="33">
                  <c:v>124.73</c:v>
                </c:pt>
                <c:pt idx="34">
                  <c:v>125.86</c:v>
                </c:pt>
                <c:pt idx="35">
                  <c:v>127.06</c:v>
                </c:pt>
                <c:pt idx="36">
                  <c:v>128.14</c:v>
                </c:pt>
                <c:pt idx="37">
                  <c:v>129.03</c:v>
                </c:pt>
                <c:pt idx="38">
                  <c:v>129.85</c:v>
                </c:pt>
                <c:pt idx="39">
                  <c:v>130.78</c:v>
                </c:pt>
                <c:pt idx="40">
                  <c:v>131.53</c:v>
                </c:pt>
                <c:pt idx="41">
                  <c:v>132.32</c:v>
                </c:pt>
                <c:pt idx="42">
                  <c:v>133.09</c:v>
                </c:pt>
                <c:pt idx="43">
                  <c:v>133.85</c:v>
                </c:pt>
                <c:pt idx="44">
                  <c:v>134.59</c:v>
                </c:pt>
                <c:pt idx="45">
                  <c:v>135.32</c:v>
                </c:pt>
                <c:pt idx="46">
                  <c:v>135.99</c:v>
                </c:pt>
                <c:pt idx="47">
                  <c:v>136.49</c:v>
                </c:pt>
                <c:pt idx="48">
                  <c:v>137.02</c:v>
                </c:pt>
                <c:pt idx="49">
                  <c:v>137.56</c:v>
                </c:pt>
                <c:pt idx="50">
                  <c:v>138.16</c:v>
                </c:pt>
                <c:pt idx="51">
                  <c:v>138.86</c:v>
                </c:pt>
                <c:pt idx="52">
                  <c:v>139.59</c:v>
                </c:pt>
                <c:pt idx="53">
                  <c:v>140.26</c:v>
                </c:pt>
                <c:pt idx="54">
                  <c:v>140.92</c:v>
                </c:pt>
                <c:pt idx="55">
                  <c:v>141.63</c:v>
                </c:pt>
                <c:pt idx="56">
                  <c:v>142.28</c:v>
                </c:pt>
                <c:pt idx="57">
                  <c:v>143.07</c:v>
                </c:pt>
                <c:pt idx="58">
                  <c:v>143.77</c:v>
                </c:pt>
                <c:pt idx="59">
                  <c:v>144.54</c:v>
                </c:pt>
                <c:pt idx="60">
                  <c:v>145.34</c:v>
                </c:pt>
                <c:pt idx="61">
                  <c:v>146.04</c:v>
                </c:pt>
                <c:pt idx="62">
                  <c:v>146.77</c:v>
                </c:pt>
                <c:pt idx="63">
                  <c:v>147.51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Sheet1!$D$2:$D$65</c:f>
              <c:numCache>
                <c:formatCode>General</c:formatCode>
                <c:ptCount val="64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100.02</c:v>
                </c:pt>
                <c:pt idx="4">
                  <c:v>100.02</c:v>
                </c:pt>
                <c:pt idx="5">
                  <c:v>100.03</c:v>
                </c:pt>
                <c:pt idx="6">
                  <c:v>100.04</c:v>
                </c:pt>
                <c:pt idx="7">
                  <c:v>100.04</c:v>
                </c:pt>
                <c:pt idx="8">
                  <c:v>100.03</c:v>
                </c:pt>
                <c:pt idx="9">
                  <c:v>100.13</c:v>
                </c:pt>
                <c:pt idx="10">
                  <c:v>100.26</c:v>
                </c:pt>
                <c:pt idx="11">
                  <c:v>100.44</c:v>
                </c:pt>
                <c:pt idx="12">
                  <c:v>100.7</c:v>
                </c:pt>
                <c:pt idx="13">
                  <c:v>101.03</c:v>
                </c:pt>
                <c:pt idx="14">
                  <c:v>101.42</c:v>
                </c:pt>
                <c:pt idx="15">
                  <c:v>101.88</c:v>
                </c:pt>
                <c:pt idx="16">
                  <c:v>102.44</c:v>
                </c:pt>
                <c:pt idx="17">
                  <c:v>103.04</c:v>
                </c:pt>
                <c:pt idx="18">
                  <c:v>103.71</c:v>
                </c:pt>
                <c:pt idx="19">
                  <c:v>104.44</c:v>
                </c:pt>
                <c:pt idx="20">
                  <c:v>105.21</c:v>
                </c:pt>
                <c:pt idx="21">
                  <c:v>105.97</c:v>
                </c:pt>
                <c:pt idx="22">
                  <c:v>106.9</c:v>
                </c:pt>
                <c:pt idx="23">
                  <c:v>107.74</c:v>
                </c:pt>
                <c:pt idx="24">
                  <c:v>108.65</c:v>
                </c:pt>
                <c:pt idx="25">
                  <c:v>109.46</c:v>
                </c:pt>
                <c:pt idx="26">
                  <c:v>110.36</c:v>
                </c:pt>
                <c:pt idx="27">
                  <c:v>111.18</c:v>
                </c:pt>
                <c:pt idx="28">
                  <c:v>112.16</c:v>
                </c:pt>
                <c:pt idx="29">
                  <c:v>113.06</c:v>
                </c:pt>
                <c:pt idx="30">
                  <c:v>113.99</c:v>
                </c:pt>
                <c:pt idx="31">
                  <c:v>114.85</c:v>
                </c:pt>
                <c:pt idx="32">
                  <c:v>115.63</c:v>
                </c:pt>
                <c:pt idx="33">
                  <c:v>116.4</c:v>
                </c:pt>
                <c:pt idx="34">
                  <c:v>117.12</c:v>
                </c:pt>
                <c:pt idx="35">
                  <c:v>117.84</c:v>
                </c:pt>
                <c:pt idx="36">
                  <c:v>118.53</c:v>
                </c:pt>
                <c:pt idx="37">
                  <c:v>119.13</c:v>
                </c:pt>
                <c:pt idx="38">
                  <c:v>119.66</c:v>
                </c:pt>
                <c:pt idx="39">
                  <c:v>120.22</c:v>
                </c:pt>
                <c:pt idx="40">
                  <c:v>120.73</c:v>
                </c:pt>
                <c:pt idx="41">
                  <c:v>121.17</c:v>
                </c:pt>
                <c:pt idx="42">
                  <c:v>121.61</c:v>
                </c:pt>
                <c:pt idx="43">
                  <c:v>122.05</c:v>
                </c:pt>
                <c:pt idx="44">
                  <c:v>122.46</c:v>
                </c:pt>
                <c:pt idx="45">
                  <c:v>122.88</c:v>
                </c:pt>
                <c:pt idx="46">
                  <c:v>123.27</c:v>
                </c:pt>
                <c:pt idx="47">
                  <c:v>123.67</c:v>
                </c:pt>
                <c:pt idx="48">
                  <c:v>124.04</c:v>
                </c:pt>
                <c:pt idx="49">
                  <c:v>124.39</c:v>
                </c:pt>
                <c:pt idx="50">
                  <c:v>124.77</c:v>
                </c:pt>
                <c:pt idx="51">
                  <c:v>125.14</c:v>
                </c:pt>
                <c:pt idx="52">
                  <c:v>125.53</c:v>
                </c:pt>
                <c:pt idx="53">
                  <c:v>125.9</c:v>
                </c:pt>
                <c:pt idx="54">
                  <c:v>126.27</c:v>
                </c:pt>
                <c:pt idx="55">
                  <c:v>126.65</c:v>
                </c:pt>
                <c:pt idx="56">
                  <c:v>127</c:v>
                </c:pt>
                <c:pt idx="57">
                  <c:v>127.37</c:v>
                </c:pt>
                <c:pt idx="58">
                  <c:v>127.72</c:v>
                </c:pt>
                <c:pt idx="59">
                  <c:v>128.09</c:v>
                </c:pt>
                <c:pt idx="60">
                  <c:v>128.43</c:v>
                </c:pt>
                <c:pt idx="61">
                  <c:v>128.75</c:v>
                </c:pt>
                <c:pt idx="62">
                  <c:v>129.09</c:v>
                </c:pt>
                <c:pt idx="6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2026-05-19T14:06:04Z</dcterms:created>
  <dcterms:modified xsi:type="dcterms:W3CDTF">2026-05-19T14:06:04Z</dcterms:modified>
</cp:coreProperties>
</file>