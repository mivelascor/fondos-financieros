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EFECTIVO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100.5</c:v>
                </c:pt>
                <c:pt idx="2">
                  <c:v>100.96</c:v>
                </c:pt>
                <c:pt idx="3">
                  <c:v>101.53</c:v>
                </c:pt>
                <c:pt idx="4">
                  <c:v>102.03</c:v>
                </c:pt>
                <c:pt idx="5">
                  <c:v>102.57</c:v>
                </c:pt>
                <c:pt idx="6">
                  <c:v>103.13</c:v>
                </c:pt>
                <c:pt idx="7">
                  <c:v>103.63</c:v>
                </c:pt>
                <c:pt idx="8">
                  <c:v>104.16</c:v>
                </c:pt>
                <c:pt idx="9">
                  <c:v>104.68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Efectivo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77.270.964-1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2021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Efectivo,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Efectivo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99,21%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2026-05-18T23:35:17Z</dcterms:created>
  <dcterms:modified xsi:type="dcterms:W3CDTF">2026-05-18T23:35:17Z</dcterms:modified>
</cp:coreProperties>
</file>