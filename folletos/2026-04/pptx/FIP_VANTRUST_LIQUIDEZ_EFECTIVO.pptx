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1005.03</c:v>
                </c:pt>
                <c:pt idx="2">
                  <c:v>1009.62</c:v>
                </c:pt>
                <c:pt idx="3">
                  <c:v>1015.27</c:v>
                </c:pt>
                <c:pt idx="4">
                  <c:v>1020.26</c:v>
                </c:pt>
                <c:pt idx="5">
                  <c:v>1025.71</c:v>
                </c:pt>
                <c:pt idx="6">
                  <c:v>1031.34</c:v>
                </c:pt>
                <c:pt idx="7">
                  <c:v>1036.34</c:v>
                </c:pt>
                <c:pt idx="8">
                  <c:v>1041.55</c:v>
                </c:pt>
                <c:pt idx="9">
                  <c:v>1046.78</c:v>
                </c:pt>
                <c:pt idx="10">
                  <c:v>1047.62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77.270.964-1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2026-05-18T12:40:58Z</dcterms:created>
  <dcterms:modified xsi:type="dcterms:W3CDTF">2026-05-18T12:40:58Z</dcterms:modified>
</cp:coreProperties>
</file>