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1004.69</c:v>
                </c:pt>
                <c:pt idx="2">
                  <c:v>1008.49</c:v>
                </c:pt>
                <c:pt idx="3">
                  <c:v>1013.2</c:v>
                </c:pt>
                <c:pt idx="4">
                  <c:v>1018.12</c:v>
                </c:pt>
                <c:pt idx="5">
                  <c:v>1023.8</c:v>
                </c:pt>
                <c:pt idx="6">
                  <c:v>1029.44</c:v>
                </c:pt>
                <c:pt idx="7">
                  <c:v>1035.11</c:v>
                </c:pt>
                <c:pt idx="8">
                  <c:v>1041.02</c:v>
                </c:pt>
                <c:pt idx="9">
                  <c:v>1046.93</c:v>
                </c:pt>
                <c:pt idx="10">
                  <c:v>1047.9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76.933.993-0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2019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2026-05-18T12:41:32Z</dcterms:created>
  <dcterms:modified xsi:type="dcterms:W3CDTF">2026-05-18T12:41:32Z</dcterms:modified>
</cp:coreProperties>
</file>