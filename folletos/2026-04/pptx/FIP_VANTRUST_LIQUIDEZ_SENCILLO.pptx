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1004.94</c:v>
                </c:pt>
                <c:pt idx="2">
                  <c:v>1008.95</c:v>
                </c:pt>
                <c:pt idx="3">
                  <c:v>1013.91</c:v>
                </c:pt>
                <c:pt idx="4">
                  <c:v>1019.1</c:v>
                </c:pt>
                <c:pt idx="5">
                  <c:v>1024.93</c:v>
                </c:pt>
                <c:pt idx="6">
                  <c:v>1031.04</c:v>
                </c:pt>
                <c:pt idx="7">
                  <c:v>1037.01</c:v>
                </c:pt>
                <c:pt idx="8">
                  <c:v>1043.24</c:v>
                </c:pt>
                <c:pt idx="9">
                  <c:v>1049.48</c:v>
                </c:pt>
                <c:pt idx="10">
                  <c:v>1050.5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3,43%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2026-05-14T22:15:59Z</dcterms:created>
  <dcterms:modified xsi:type="dcterms:W3CDTF">2026-05-14T22:15:59Z</dcterms:modified>
</cp:coreProperties>
</file>