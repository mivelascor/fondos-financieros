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</c:v>
                </c:pt>
                <c:pt idx="1">
                  <c:v>100.22</c:v>
                </c:pt>
                <c:pt idx="2">
                  <c:v>100.44</c:v>
                </c:pt>
                <c:pt idx="3">
                  <c:v>100.65</c:v>
                </c:pt>
                <c:pt idx="4">
                  <c:v>100.83</c:v>
                </c:pt>
                <c:pt idx="5">
                  <c:v>101</c:v>
                </c:pt>
                <c:pt idx="6">
                  <c:v>101.14</c:v>
                </c:pt>
                <c:pt idx="7">
                  <c:v>101.29</c:v>
                </c:pt>
                <c:pt idx="8">
                  <c:v>101.46</c:v>
                </c:pt>
                <c:pt idx="9">
                  <c:v>101.6</c:v>
                </c:pt>
                <c:pt idx="10">
                  <c:v>101.71</c:v>
                </c:pt>
                <c:pt idx="11">
                  <c:v>101.76</c:v>
                </c:pt>
                <c:pt idx="12">
                  <c:v>101.8</c:v>
                </c:pt>
                <c:pt idx="13">
                  <c:v>101.84</c:v>
                </c:pt>
                <c:pt idx="14">
                  <c:v>101.88</c:v>
                </c:pt>
                <c:pt idx="15">
                  <c:v>101.92</c:v>
                </c:pt>
                <c:pt idx="16">
                  <c:v>101.96</c:v>
                </c:pt>
                <c:pt idx="17">
                  <c:v>102</c:v>
                </c:pt>
                <c:pt idx="18">
                  <c:v>102.04</c:v>
                </c:pt>
                <c:pt idx="19">
                  <c:v>102.08</c:v>
                </c:pt>
                <c:pt idx="20">
                  <c:v>102.1</c:v>
                </c:pt>
                <c:pt idx="21">
                  <c:v>102.13</c:v>
                </c:pt>
                <c:pt idx="22">
                  <c:v>102.15</c:v>
                </c:pt>
                <c:pt idx="23">
                  <c:v>102.18</c:v>
                </c:pt>
                <c:pt idx="24">
                  <c:v>102.21</c:v>
                </c:pt>
                <c:pt idx="25">
                  <c:v>102.24</c:v>
                </c:pt>
                <c:pt idx="26">
                  <c:v>102.29</c:v>
                </c:pt>
                <c:pt idx="27">
                  <c:v>102.35</c:v>
                </c:pt>
                <c:pt idx="28">
                  <c:v>102.48</c:v>
                </c:pt>
                <c:pt idx="29">
                  <c:v>102.69</c:v>
                </c:pt>
                <c:pt idx="30">
                  <c:v>102.91</c:v>
                </c:pt>
                <c:pt idx="31">
                  <c:v>103.24</c:v>
                </c:pt>
                <c:pt idx="32">
                  <c:v>103.59</c:v>
                </c:pt>
                <c:pt idx="33">
                  <c:v>104.04</c:v>
                </c:pt>
                <c:pt idx="34">
                  <c:v>104.54</c:v>
                </c:pt>
                <c:pt idx="35">
                  <c:v>105.11</c:v>
                </c:pt>
                <c:pt idx="36">
                  <c:v>105.86</c:v>
                </c:pt>
                <c:pt idx="37">
                  <c:v>106.64</c:v>
                </c:pt>
                <c:pt idx="38">
                  <c:v>107.45</c:v>
                </c:pt>
                <c:pt idx="39">
                  <c:v>108.41</c:v>
                </c:pt>
                <c:pt idx="40">
                  <c:v>109.37</c:v>
                </c:pt>
                <c:pt idx="41">
                  <c:v>110.31</c:v>
                </c:pt>
                <c:pt idx="42">
                  <c:v>111.45</c:v>
                </c:pt>
                <c:pt idx="43">
                  <c:v>112.5</c:v>
                </c:pt>
                <c:pt idx="44">
                  <c:v>113.63</c:v>
                </c:pt>
                <c:pt idx="45">
                  <c:v>114.63</c:v>
                </c:pt>
                <c:pt idx="46">
                  <c:v>115.74</c:v>
                </c:pt>
                <c:pt idx="47">
                  <c:v>116.76</c:v>
                </c:pt>
                <c:pt idx="48">
                  <c:v>117.97</c:v>
                </c:pt>
                <c:pt idx="49">
                  <c:v>119.08</c:v>
                </c:pt>
                <c:pt idx="50">
                  <c:v>120.24</c:v>
                </c:pt>
                <c:pt idx="51">
                  <c:v>121.31</c:v>
                </c:pt>
                <c:pt idx="52">
                  <c:v>122.25</c:v>
                </c:pt>
                <c:pt idx="53">
                  <c:v>123.29</c:v>
                </c:pt>
                <c:pt idx="54">
                  <c:v>124.21</c:v>
                </c:pt>
                <c:pt idx="55">
                  <c:v>125.09</c:v>
                </c:pt>
                <c:pt idx="56">
                  <c:v>126.01</c:v>
                </c:pt>
                <c:pt idx="57">
                  <c:v>126.78</c:v>
                </c:pt>
                <c:pt idx="58">
                  <c:v>127.5</c:v>
                </c:pt>
                <c:pt idx="59">
                  <c:v>128.28</c:v>
                </c:pt>
                <c:pt idx="60">
                  <c:v>128.98</c:v>
                </c:pt>
                <c:pt idx="61">
                  <c:v>129.58</c:v>
                </c:pt>
                <c:pt idx="62">
                  <c:v>130.26</c:v>
                </c:pt>
                <c:pt idx="63">
                  <c:v>130.89</c:v>
                </c:pt>
                <c:pt idx="64">
                  <c:v>131.51</c:v>
                </c:pt>
                <c:pt idx="65">
                  <c:v>132.11</c:v>
                </c:pt>
                <c:pt idx="66">
                  <c:v>132.69</c:v>
                </c:pt>
                <c:pt idx="67">
                  <c:v>133.28</c:v>
                </c:pt>
                <c:pt idx="68">
                  <c:v>133.87</c:v>
                </c:pt>
                <c:pt idx="69">
                  <c:v>134.39</c:v>
                </c:pt>
                <c:pt idx="70">
                  <c:v>134.97</c:v>
                </c:pt>
                <c:pt idx="71">
                  <c:v>135.54</c:v>
                </c:pt>
                <c:pt idx="72">
                  <c:v>136.1</c:v>
                </c:pt>
                <c:pt idx="73">
                  <c:v>136.69</c:v>
                </c:pt>
                <c:pt idx="74">
                  <c:v>137.28</c:v>
                </c:pt>
                <c:pt idx="75">
                  <c:v>137.8</c:v>
                </c:pt>
                <c:pt idx="76">
                  <c:v>138.39</c:v>
                </c:pt>
                <c:pt idx="77">
                  <c:v>138.94</c:v>
                </c:pt>
                <c:pt idx="78">
                  <c:v>139.47</c:v>
                </c:pt>
                <c:pt idx="79">
                  <c:v>140.05</c:v>
                </c:pt>
                <c:pt idx="80">
                  <c:v>140.59</c:v>
                </c:pt>
                <c:pt idx="81">
                  <c:v>141.1</c:v>
                </c:pt>
                <c:pt idx="82">
                  <c:v>141.65</c:v>
                </c:pt>
                <c:pt idx="83">
                  <c:v>105.62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</c:v>
                </c:pt>
                <c:pt idx="1">
                  <c:v>100.19</c:v>
                </c:pt>
                <c:pt idx="2">
                  <c:v>100.42</c:v>
                </c:pt>
                <c:pt idx="3">
                  <c:v>100.64</c:v>
                </c:pt>
                <c:pt idx="4">
                  <c:v>100.81</c:v>
                </c:pt>
                <c:pt idx="5">
                  <c:v>100.96</c:v>
                </c:pt>
                <c:pt idx="6">
                  <c:v>101.11</c:v>
                </c:pt>
                <c:pt idx="7">
                  <c:v>101.26</c:v>
                </c:pt>
                <c:pt idx="8">
                  <c:v>101.4</c:v>
                </c:pt>
                <c:pt idx="9">
                  <c:v>101.52</c:v>
                </c:pt>
                <c:pt idx="10">
                  <c:v>101.64</c:v>
                </c:pt>
                <c:pt idx="11">
                  <c:v>101.75</c:v>
                </c:pt>
                <c:pt idx="12">
                  <c:v>101.87</c:v>
                </c:pt>
                <c:pt idx="13">
                  <c:v>101.96</c:v>
                </c:pt>
                <c:pt idx="14">
                  <c:v>102</c:v>
                </c:pt>
                <c:pt idx="15">
                  <c:v>102.06</c:v>
                </c:pt>
                <c:pt idx="16">
                  <c:v>102.1</c:v>
                </c:pt>
                <c:pt idx="17">
                  <c:v>102.19</c:v>
                </c:pt>
                <c:pt idx="18">
                  <c:v>102.26</c:v>
                </c:pt>
                <c:pt idx="19">
                  <c:v>103.15</c:v>
                </c:pt>
                <c:pt idx="20">
                  <c:v>103.17</c:v>
                </c:pt>
                <c:pt idx="21">
                  <c:v>103.23</c:v>
                </c:pt>
                <c:pt idx="22">
                  <c:v>103.27</c:v>
                </c:pt>
                <c:pt idx="23">
                  <c:v>103.31</c:v>
                </c:pt>
                <c:pt idx="24">
                  <c:v>103.45</c:v>
                </c:pt>
                <c:pt idx="25">
                  <c:v>103.58</c:v>
                </c:pt>
                <c:pt idx="26">
                  <c:v>103.67</c:v>
                </c:pt>
                <c:pt idx="27">
                  <c:v>103.76</c:v>
                </c:pt>
                <c:pt idx="28">
                  <c:v>103.83</c:v>
                </c:pt>
                <c:pt idx="29">
                  <c:v>103.9</c:v>
                </c:pt>
                <c:pt idx="30">
                  <c:v>104.08</c:v>
                </c:pt>
                <c:pt idx="31">
                  <c:v>104.28</c:v>
                </c:pt>
                <c:pt idx="32">
                  <c:v>104.52</c:v>
                </c:pt>
                <c:pt idx="33">
                  <c:v>104.89</c:v>
                </c:pt>
                <c:pt idx="34">
                  <c:v>105.34</c:v>
                </c:pt>
                <c:pt idx="35">
                  <c:v>105.91</c:v>
                </c:pt>
                <c:pt idx="36">
                  <c:v>106.61</c:v>
                </c:pt>
                <c:pt idx="37">
                  <c:v>107.38</c:v>
                </c:pt>
                <c:pt idx="38">
                  <c:v>108.17</c:v>
                </c:pt>
                <c:pt idx="39">
                  <c:v>108.96</c:v>
                </c:pt>
                <c:pt idx="40">
                  <c:v>109.84</c:v>
                </c:pt>
                <c:pt idx="41">
                  <c:v>110.77</c:v>
                </c:pt>
                <c:pt idx="42">
                  <c:v>111.93</c:v>
                </c:pt>
                <c:pt idx="43">
                  <c:v>113.06</c:v>
                </c:pt>
                <c:pt idx="44">
                  <c:v>114.38</c:v>
                </c:pt>
                <c:pt idx="45">
                  <c:v>115.36</c:v>
                </c:pt>
                <c:pt idx="46">
                  <c:v>116.59</c:v>
                </c:pt>
                <c:pt idx="47">
                  <c:v>117.65</c:v>
                </c:pt>
                <c:pt idx="48">
                  <c:v>119.02</c:v>
                </c:pt>
                <c:pt idx="49">
                  <c:v>120.15</c:v>
                </c:pt>
                <c:pt idx="50">
                  <c:v>121.34</c:v>
                </c:pt>
                <c:pt idx="51">
                  <c:v>122.53</c:v>
                </c:pt>
                <c:pt idx="52">
                  <c:v>123.66</c:v>
                </c:pt>
                <c:pt idx="53">
                  <c:v>124.69</c:v>
                </c:pt>
                <c:pt idx="54">
                  <c:v>125.63</c:v>
                </c:pt>
                <c:pt idx="55">
                  <c:v>126.65</c:v>
                </c:pt>
                <c:pt idx="56">
                  <c:v>127.73</c:v>
                </c:pt>
                <c:pt idx="57">
                  <c:v>128.58</c:v>
                </c:pt>
                <c:pt idx="58">
                  <c:v>129.33</c:v>
                </c:pt>
                <c:pt idx="59">
                  <c:v>130.16</c:v>
                </c:pt>
                <c:pt idx="60">
                  <c:v>130.98</c:v>
                </c:pt>
                <c:pt idx="61">
                  <c:v>131.76</c:v>
                </c:pt>
                <c:pt idx="62">
                  <c:v>132.36</c:v>
                </c:pt>
                <c:pt idx="63">
                  <c:v>132.96</c:v>
                </c:pt>
                <c:pt idx="64">
                  <c:v>133.62</c:v>
                </c:pt>
                <c:pt idx="65">
                  <c:v>134.3</c:v>
                </c:pt>
                <c:pt idx="66">
                  <c:v>134.89</c:v>
                </c:pt>
                <c:pt idx="67">
                  <c:v>135.37</c:v>
                </c:pt>
                <c:pt idx="68">
                  <c:v>135.83</c:v>
                </c:pt>
                <c:pt idx="69">
                  <c:v>136.29</c:v>
                </c:pt>
                <c:pt idx="70">
                  <c:v>136.86</c:v>
                </c:pt>
                <c:pt idx="71">
                  <c:v>137.41</c:v>
                </c:pt>
                <c:pt idx="72">
                  <c:v>137.96</c:v>
                </c:pt>
                <c:pt idx="73">
                  <c:v>138.66</c:v>
                </c:pt>
                <c:pt idx="74">
                  <c:v>139.4</c:v>
                </c:pt>
                <c:pt idx="75">
                  <c:v>140.06</c:v>
                </c:pt>
                <c:pt idx="76">
                  <c:v>140.59</c:v>
                </c:pt>
                <c:pt idx="77">
                  <c:v>141.25</c:v>
                </c:pt>
                <c:pt idx="78">
                  <c:v>141.94</c:v>
                </c:pt>
                <c:pt idx="79">
                  <c:v>142.74</c:v>
                </c:pt>
                <c:pt idx="80">
                  <c:v>143.53</c:v>
                </c:pt>
                <c:pt idx="81">
                  <c:v>144.32</c:v>
                </c:pt>
                <c:pt idx="82">
                  <c:v>145.15</c:v>
                </c:pt>
                <c:pt idx="83">
                  <c:v>145.98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</c:v>
                </c:pt>
                <c:pt idx="1">
                  <c:v>100.12</c:v>
                </c:pt>
                <c:pt idx="2">
                  <c:v>100.22</c:v>
                </c:pt>
                <c:pt idx="3">
                  <c:v>100.32</c:v>
                </c:pt>
                <c:pt idx="4">
                  <c:v>100.43</c:v>
                </c:pt>
                <c:pt idx="5">
                  <c:v>100.49</c:v>
                </c:pt>
                <c:pt idx="6">
                  <c:v>100.56</c:v>
                </c:pt>
                <c:pt idx="7">
                  <c:v>100.62</c:v>
                </c:pt>
                <c:pt idx="8">
                  <c:v>100.68</c:v>
                </c:pt>
                <c:pt idx="9">
                  <c:v>100.72</c:v>
                </c:pt>
                <c:pt idx="10">
                  <c:v>100.82</c:v>
                </c:pt>
                <c:pt idx="11">
                  <c:v>101.04</c:v>
                </c:pt>
                <c:pt idx="12">
                  <c:v>101.07</c:v>
                </c:pt>
                <c:pt idx="13">
                  <c:v>101.08</c:v>
                </c:pt>
                <c:pt idx="14">
                  <c:v>101.09</c:v>
                </c:pt>
                <c:pt idx="15">
                  <c:v>101.1</c:v>
                </c:pt>
                <c:pt idx="16">
                  <c:v>101.11</c:v>
                </c:pt>
                <c:pt idx="17">
                  <c:v>101.12</c:v>
                </c:pt>
                <c:pt idx="18">
                  <c:v>101.12</c:v>
                </c:pt>
                <c:pt idx="19">
                  <c:v>101.13</c:v>
                </c:pt>
                <c:pt idx="20">
                  <c:v>101.13</c:v>
                </c:pt>
                <c:pt idx="21">
                  <c:v>101.14</c:v>
                </c:pt>
                <c:pt idx="22">
                  <c:v>101.15</c:v>
                </c:pt>
                <c:pt idx="23">
                  <c:v>101.15</c:v>
                </c:pt>
                <c:pt idx="24">
                  <c:v>101.16</c:v>
                </c:pt>
                <c:pt idx="25">
                  <c:v>101.16</c:v>
                </c:pt>
                <c:pt idx="26">
                  <c:v>101.17</c:v>
                </c:pt>
                <c:pt idx="27">
                  <c:v>101.18</c:v>
                </c:pt>
                <c:pt idx="28">
                  <c:v>101.16</c:v>
                </c:pt>
                <c:pt idx="29">
                  <c:v>101.27</c:v>
                </c:pt>
                <c:pt idx="30">
                  <c:v>101.4</c:v>
                </c:pt>
                <c:pt idx="31">
                  <c:v>101.58</c:v>
                </c:pt>
                <c:pt idx="32">
                  <c:v>101.84</c:v>
                </c:pt>
                <c:pt idx="33">
                  <c:v>102.18</c:v>
                </c:pt>
                <c:pt idx="34">
                  <c:v>102.57</c:v>
                </c:pt>
                <c:pt idx="35">
                  <c:v>103.03</c:v>
                </c:pt>
                <c:pt idx="36">
                  <c:v>103.6</c:v>
                </c:pt>
                <c:pt idx="37">
                  <c:v>104.21</c:v>
                </c:pt>
                <c:pt idx="38">
                  <c:v>104.89</c:v>
                </c:pt>
                <c:pt idx="39">
                  <c:v>105.63</c:v>
                </c:pt>
                <c:pt idx="40">
                  <c:v>106.4</c:v>
                </c:pt>
                <c:pt idx="41">
                  <c:v>107.17</c:v>
                </c:pt>
                <c:pt idx="42">
                  <c:v>108.11</c:v>
                </c:pt>
                <c:pt idx="43">
                  <c:v>108.97</c:v>
                </c:pt>
                <c:pt idx="44">
                  <c:v>109.89</c:v>
                </c:pt>
                <c:pt idx="45">
                  <c:v>110.7</c:v>
                </c:pt>
                <c:pt idx="46">
                  <c:v>111.61</c:v>
                </c:pt>
                <c:pt idx="47">
                  <c:v>112.44</c:v>
                </c:pt>
                <c:pt idx="48">
                  <c:v>113.43</c:v>
                </c:pt>
                <c:pt idx="49">
                  <c:v>114.34</c:v>
                </c:pt>
                <c:pt idx="50">
                  <c:v>115.28</c:v>
                </c:pt>
                <c:pt idx="51">
                  <c:v>116.15</c:v>
                </c:pt>
                <c:pt idx="52">
                  <c:v>116.94</c:v>
                </c:pt>
                <c:pt idx="53">
                  <c:v>117.72</c:v>
                </c:pt>
                <c:pt idx="54">
                  <c:v>118.45</c:v>
                </c:pt>
                <c:pt idx="55">
                  <c:v>119.17</c:v>
                </c:pt>
                <c:pt idx="56">
                  <c:v>119.87</c:v>
                </c:pt>
                <c:pt idx="57">
                  <c:v>120.48</c:v>
                </c:pt>
                <c:pt idx="58">
                  <c:v>121.02</c:v>
                </c:pt>
                <c:pt idx="59">
                  <c:v>121.59</c:v>
                </c:pt>
                <c:pt idx="60">
                  <c:v>122.1</c:v>
                </c:pt>
                <c:pt idx="61">
                  <c:v>122.54</c:v>
                </c:pt>
                <c:pt idx="62">
                  <c:v>122.99</c:v>
                </c:pt>
                <c:pt idx="63">
                  <c:v>123.43</c:v>
                </c:pt>
                <c:pt idx="64">
                  <c:v>123.85</c:v>
                </c:pt>
                <c:pt idx="65">
                  <c:v>124.27</c:v>
                </c:pt>
                <c:pt idx="66">
                  <c:v>124.67</c:v>
                </c:pt>
                <c:pt idx="67">
                  <c:v>125.07</c:v>
                </c:pt>
                <c:pt idx="68">
                  <c:v>125.45</c:v>
                </c:pt>
                <c:pt idx="69">
                  <c:v>125.8</c:v>
                </c:pt>
                <c:pt idx="70">
                  <c:v>126.18</c:v>
                </c:pt>
                <c:pt idx="71">
                  <c:v>126.56</c:v>
                </c:pt>
                <c:pt idx="72">
                  <c:v>126.95</c:v>
                </c:pt>
                <c:pt idx="73">
                  <c:v>127.33</c:v>
                </c:pt>
                <c:pt idx="74">
                  <c:v>127.71</c:v>
                </c:pt>
                <c:pt idx="75">
                  <c:v>128.09</c:v>
                </c:pt>
                <c:pt idx="76">
                  <c:v>128.44</c:v>
                </c:pt>
                <c:pt idx="77">
                  <c:v>128.81</c:v>
                </c:pt>
                <c:pt idx="78">
                  <c:v>129.17</c:v>
                </c:pt>
                <c:pt idx="79">
                  <c:v>129.54</c:v>
                </c:pt>
                <c:pt idx="80">
                  <c:v>129.89</c:v>
                </c:pt>
                <c:pt idx="81">
                  <c:v>130.21</c:v>
                </c:pt>
                <c:pt idx="82">
                  <c:v>130.56</c:v>
                </c:pt>
                <c:pt idx="8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2026-05-19T13:59:10Z</dcterms:created>
  <dcterms:modified xsi:type="dcterms:W3CDTF">2026-05-19T13:59:10Z</dcterms:modified>
</cp:coreProperties>
</file>