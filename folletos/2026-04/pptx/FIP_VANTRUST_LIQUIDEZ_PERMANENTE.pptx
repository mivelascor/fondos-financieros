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1006.65</c:v>
                </c:pt>
                <c:pt idx="2">
                  <c:v>1012.74</c:v>
                </c:pt>
                <c:pt idx="3">
                  <c:v>1018.64</c:v>
                </c:pt>
                <c:pt idx="4">
                  <c:v>1026.71</c:v>
                </c:pt>
                <c:pt idx="5">
                  <c:v>1067.87</c:v>
                </c:pt>
                <c:pt idx="6">
                  <c:v>1041.19</c:v>
                </c:pt>
                <c:pt idx="7">
                  <c:v>1046.85</c:v>
                </c:pt>
                <c:pt idx="8">
                  <c:v>1052.84</c:v>
                </c:pt>
                <c:pt idx="9">
                  <c:v>1058.77</c:v>
                </c:pt>
                <c:pt idx="10">
                  <c:v>1059.72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-1,97%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5,77%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2026-05-14T22:11:50Z</dcterms:created>
  <dcterms:modified xsi:type="dcterms:W3CDTF">2026-05-14T22:11:50Z</dcterms:modified>
</cp:coreProperties>
</file>