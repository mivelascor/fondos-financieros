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</c:f>
              <c:multiLvlStrCache>
                <c:ptCount val="33"/>
                <c:lvl>
                  <c:pt idx="0">
                    <c:v>Aug 2023</c:v>
                  </c:pt>
                  <c:pt idx="1">
                    <c:v>Sep 2023</c:v>
                  </c:pt>
                  <c:pt idx="2">
                    <c:v>Oct 2023</c:v>
                  </c:pt>
                  <c:pt idx="3">
                    <c:v>Nov 2023</c:v>
                  </c:pt>
                  <c:pt idx="4">
                    <c:v>Dec 2023</c:v>
                  </c:pt>
                  <c:pt idx="5">
                    <c:v>Jan 2024</c:v>
                  </c:pt>
                  <c:pt idx="6">
                    <c:v>Feb 2024</c:v>
                  </c:pt>
                  <c:pt idx="7">
                    <c:v>Mar 2024</c:v>
                  </c:pt>
                  <c:pt idx="8">
                    <c:v>Apr 2024</c:v>
                  </c:pt>
                  <c:pt idx="9">
                    <c:v>May 2024</c:v>
                  </c:pt>
                  <c:pt idx="10">
                    <c:v>Jun 2024</c:v>
                  </c:pt>
                  <c:pt idx="11">
                    <c:v>Jul 2024</c:v>
                  </c:pt>
                  <c:pt idx="12">
                    <c:v>Aug 2024</c:v>
                  </c:pt>
                  <c:pt idx="13">
                    <c:v>Sep 2024</c:v>
                  </c:pt>
                  <c:pt idx="14">
                    <c:v>Oct 2024</c:v>
                  </c:pt>
                  <c:pt idx="15">
                    <c:v>Nov 2024</c:v>
                  </c:pt>
                  <c:pt idx="16">
                    <c:v>Dec 2024</c:v>
                  </c:pt>
                  <c:pt idx="17">
                    <c:v>Jan 2025</c:v>
                  </c:pt>
                  <c:pt idx="18">
                    <c:v>Feb 2025</c:v>
                  </c:pt>
                  <c:pt idx="19">
                    <c:v>Mar 2025</c:v>
                  </c:pt>
                  <c:pt idx="20">
                    <c:v>Apr 2025</c:v>
                  </c:pt>
                  <c:pt idx="21">
                    <c:v>May 2025</c:v>
                  </c:pt>
                  <c:pt idx="22">
                    <c:v>Jun 2025</c:v>
                  </c:pt>
                  <c:pt idx="23">
                    <c:v>Jul 2025</c:v>
                  </c:pt>
                  <c:pt idx="24">
                    <c:v>Aug 2025</c:v>
                  </c:pt>
                  <c:pt idx="25">
                    <c:v>Sep 2025</c:v>
                  </c:pt>
                  <c:pt idx="26">
                    <c:v>Oct 2025</c:v>
                  </c:pt>
                  <c:pt idx="27">
                    <c:v>Nov 2025</c:v>
                  </c:pt>
                  <c:pt idx="28">
                    <c:v>Dec 2025</c:v>
                  </c:pt>
                  <c:pt idx="29">
                    <c:v>Jan 2026</c:v>
                  </c:pt>
                  <c:pt idx="30">
                    <c:v>Feb 2026</c:v>
                  </c:pt>
                  <c:pt idx="31">
                    <c:v>Mar 2026</c:v>
                  </c:pt>
                  <c:pt idx="32">
                    <c:v>Apr 2026</c:v>
                  </c:pt>
                </c:lvl>
              </c:multiLvlStrCache>
            </c:multiLvlStrRef>
          </c:cat>
          <c:val>
            <c:numRef>
              <c:f>Sheet1!$B$2:$B$34</c:f>
              <c:numCache>
                <c:formatCode>General</c:formatCode>
                <c:ptCount val="33"/>
                <c:pt idx="0">
                  <c:v>100</c:v>
                </c:pt>
                <c:pt idx="1">
                  <c:v>100.78</c:v>
                </c:pt>
                <c:pt idx="2">
                  <c:v>101.63</c:v>
                </c:pt>
                <c:pt idx="3">
                  <c:v>102.4</c:v>
                </c:pt>
                <c:pt idx="4">
                  <c:v>103.12</c:v>
                </c:pt>
                <c:pt idx="5">
                  <c:v>103.88</c:v>
                </c:pt>
                <c:pt idx="6">
                  <c:v>104.52</c:v>
                </c:pt>
                <c:pt idx="7">
                  <c:v>105.11</c:v>
                </c:pt>
                <c:pt idx="8">
                  <c:v>105.75</c:v>
                </c:pt>
                <c:pt idx="9">
                  <c:v>106.33</c:v>
                </c:pt>
                <c:pt idx="10">
                  <c:v>106.82</c:v>
                </c:pt>
                <c:pt idx="11">
                  <c:v>107.38</c:v>
                </c:pt>
                <c:pt idx="12">
                  <c:v>107.9</c:v>
                </c:pt>
                <c:pt idx="13">
                  <c:v>108.42</c:v>
                </c:pt>
                <c:pt idx="14">
                  <c:v>108.91</c:v>
                </c:pt>
                <c:pt idx="15">
                  <c:v>109.38</c:v>
                </c:pt>
                <c:pt idx="16">
                  <c:v>109.87</c:v>
                </c:pt>
                <c:pt idx="17">
                  <c:v>110.36</c:v>
                </c:pt>
                <c:pt idx="18">
                  <c:v>110.79</c:v>
                </c:pt>
                <c:pt idx="19">
                  <c:v>111.27</c:v>
                </c:pt>
                <c:pt idx="20">
                  <c:v>111.73</c:v>
                </c:pt>
                <c:pt idx="21">
                  <c:v>112.2</c:v>
                </c:pt>
                <c:pt idx="22">
                  <c:v>112.68</c:v>
                </c:pt>
                <c:pt idx="23">
                  <c:v>113.17</c:v>
                </c:pt>
                <c:pt idx="24">
                  <c:v>113.6</c:v>
                </c:pt>
                <c:pt idx="25">
                  <c:v>114.08</c:v>
                </c:pt>
                <c:pt idx="26">
                  <c:v>114.53</c:v>
                </c:pt>
                <c:pt idx="27">
                  <c:v>114.97</c:v>
                </c:pt>
                <c:pt idx="28">
                  <c:v>115.45</c:v>
                </c:pt>
                <c:pt idx="29">
                  <c:v>115.9</c:v>
                </c:pt>
                <c:pt idx="30">
                  <c:v>116.32</c:v>
                </c:pt>
                <c:pt idx="31">
                  <c:v>116.77</c:v>
                </c:pt>
                <c:pt idx="32">
                  <c:v>117.21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</c:f>
              <c:multiLvlStrCache>
                <c:ptCount val="33"/>
                <c:lvl>
                  <c:pt idx="0">
                    <c:v>Aug 2023</c:v>
                  </c:pt>
                  <c:pt idx="1">
                    <c:v>Sep 2023</c:v>
                  </c:pt>
                  <c:pt idx="2">
                    <c:v>Oct 2023</c:v>
                  </c:pt>
                  <c:pt idx="3">
                    <c:v>Nov 2023</c:v>
                  </c:pt>
                  <c:pt idx="4">
                    <c:v>Dec 2023</c:v>
                  </c:pt>
                  <c:pt idx="5">
                    <c:v>Jan 2024</c:v>
                  </c:pt>
                  <c:pt idx="6">
                    <c:v>Feb 2024</c:v>
                  </c:pt>
                  <c:pt idx="7">
                    <c:v>Mar 2024</c:v>
                  </c:pt>
                  <c:pt idx="8">
                    <c:v>Apr 2024</c:v>
                  </c:pt>
                  <c:pt idx="9">
                    <c:v>May 2024</c:v>
                  </c:pt>
                  <c:pt idx="10">
                    <c:v>Jun 2024</c:v>
                  </c:pt>
                  <c:pt idx="11">
                    <c:v>Jul 2024</c:v>
                  </c:pt>
                  <c:pt idx="12">
                    <c:v>Aug 2024</c:v>
                  </c:pt>
                  <c:pt idx="13">
                    <c:v>Sep 2024</c:v>
                  </c:pt>
                  <c:pt idx="14">
                    <c:v>Oct 2024</c:v>
                  </c:pt>
                  <c:pt idx="15">
                    <c:v>Nov 2024</c:v>
                  </c:pt>
                  <c:pt idx="16">
                    <c:v>Dec 2024</c:v>
                  </c:pt>
                  <c:pt idx="17">
                    <c:v>Jan 2025</c:v>
                  </c:pt>
                  <c:pt idx="18">
                    <c:v>Feb 2025</c:v>
                  </c:pt>
                  <c:pt idx="19">
                    <c:v>Mar 2025</c:v>
                  </c:pt>
                  <c:pt idx="20">
                    <c:v>Apr 2025</c:v>
                  </c:pt>
                  <c:pt idx="21">
                    <c:v>May 2025</c:v>
                  </c:pt>
                  <c:pt idx="22">
                    <c:v>Jun 2025</c:v>
                  </c:pt>
                  <c:pt idx="23">
                    <c:v>Jul 2025</c:v>
                  </c:pt>
                  <c:pt idx="24">
                    <c:v>Aug 2025</c:v>
                  </c:pt>
                  <c:pt idx="25">
                    <c:v>Sep 2025</c:v>
                  </c:pt>
                  <c:pt idx="26">
                    <c:v>Oct 2025</c:v>
                  </c:pt>
                  <c:pt idx="27">
                    <c:v>Nov 2025</c:v>
                  </c:pt>
                  <c:pt idx="28">
                    <c:v>Dec 2025</c:v>
                  </c:pt>
                  <c:pt idx="29">
                    <c:v>Jan 2026</c:v>
                  </c:pt>
                  <c:pt idx="30">
                    <c:v>Feb 2026</c:v>
                  </c:pt>
                  <c:pt idx="31">
                    <c:v>Mar 2026</c:v>
                  </c:pt>
                  <c:pt idx="32">
                    <c:v>Apr 2026</c:v>
                  </c:pt>
                </c:lvl>
              </c:multiLvlStrCache>
            </c:multiLvlStrRef>
          </c:cat>
          <c:val>
            <c:numRef>
              <c:f>Sheet1!$C$2:$C$34</c:f>
              <c:numCache>
                <c:formatCode>General</c:formatCode>
                <c:ptCount val="33"/>
                <c:pt idx="0">
                  <c:v>100</c:v>
                </c:pt>
                <c:pt idx="1">
                  <c:v>100.68</c:v>
                </c:pt>
                <c:pt idx="2">
                  <c:v>101.58</c:v>
                </c:pt>
                <c:pt idx="3">
                  <c:v>102.31</c:v>
                </c:pt>
                <c:pt idx="4">
                  <c:v>103.03</c:v>
                </c:pt>
                <c:pt idx="5">
                  <c:v>103.79</c:v>
                </c:pt>
                <c:pt idx="6">
                  <c:v>104.34</c:v>
                </c:pt>
                <c:pt idx="7">
                  <c:v>105</c:v>
                </c:pt>
                <c:pt idx="8">
                  <c:v>105.7</c:v>
                </c:pt>
                <c:pt idx="9">
                  <c:v>106.28</c:v>
                </c:pt>
                <c:pt idx="10">
                  <c:v>106.78</c:v>
                </c:pt>
                <c:pt idx="11">
                  <c:v>107.21</c:v>
                </c:pt>
                <c:pt idx="12">
                  <c:v>107.71</c:v>
                </c:pt>
                <c:pt idx="13">
                  <c:v>108.3</c:v>
                </c:pt>
                <c:pt idx="14">
                  <c:v>108.79</c:v>
                </c:pt>
                <c:pt idx="15">
                  <c:v>109.09</c:v>
                </c:pt>
                <c:pt idx="16">
                  <c:v>109.55</c:v>
                </c:pt>
                <c:pt idx="17">
                  <c:v>109.92</c:v>
                </c:pt>
                <c:pt idx="18">
                  <c:v>110.35</c:v>
                </c:pt>
                <c:pt idx="19">
                  <c:v>110.91</c:v>
                </c:pt>
                <c:pt idx="20">
                  <c:v>111.47</c:v>
                </c:pt>
                <c:pt idx="21">
                  <c:v>112.13</c:v>
                </c:pt>
                <c:pt idx="22">
                  <c:v>112.78</c:v>
                </c:pt>
                <c:pt idx="23">
                  <c:v>113.57</c:v>
                </c:pt>
                <c:pt idx="24">
                  <c:v>114.33</c:v>
                </c:pt>
                <c:pt idx="25">
                  <c:v>115.02</c:v>
                </c:pt>
                <c:pt idx="26">
                  <c:v>115.69</c:v>
                </c:pt>
                <c:pt idx="27">
                  <c:v>116.6</c:v>
                </c:pt>
                <c:pt idx="28">
                  <c:v>117.38</c:v>
                </c:pt>
                <c:pt idx="29">
                  <c:v>118.22</c:v>
                </c:pt>
                <c:pt idx="30">
                  <c:v>118.89</c:v>
                </c:pt>
                <c:pt idx="31">
                  <c:v>119.56</c:v>
                </c:pt>
                <c:pt idx="32">
                  <c:v>120.24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</c:f>
              <c:multiLvlStrCache>
                <c:ptCount val="33"/>
                <c:lvl>
                  <c:pt idx="0">
                    <c:v>Aug 2023</c:v>
                  </c:pt>
                  <c:pt idx="1">
                    <c:v>Sep 2023</c:v>
                  </c:pt>
                  <c:pt idx="2">
                    <c:v>Oct 2023</c:v>
                  </c:pt>
                  <c:pt idx="3">
                    <c:v>Nov 2023</c:v>
                  </c:pt>
                  <c:pt idx="4">
                    <c:v>Dec 2023</c:v>
                  </c:pt>
                  <c:pt idx="5">
                    <c:v>Jan 2024</c:v>
                  </c:pt>
                  <c:pt idx="6">
                    <c:v>Feb 2024</c:v>
                  </c:pt>
                  <c:pt idx="7">
                    <c:v>Mar 2024</c:v>
                  </c:pt>
                  <c:pt idx="8">
                    <c:v>Apr 2024</c:v>
                  </c:pt>
                  <c:pt idx="9">
                    <c:v>May 2024</c:v>
                  </c:pt>
                  <c:pt idx="10">
                    <c:v>Jun 2024</c:v>
                  </c:pt>
                  <c:pt idx="11">
                    <c:v>Jul 2024</c:v>
                  </c:pt>
                  <c:pt idx="12">
                    <c:v>Aug 2024</c:v>
                  </c:pt>
                  <c:pt idx="13">
                    <c:v>Sep 2024</c:v>
                  </c:pt>
                  <c:pt idx="14">
                    <c:v>Oct 2024</c:v>
                  </c:pt>
                  <c:pt idx="15">
                    <c:v>Nov 2024</c:v>
                  </c:pt>
                  <c:pt idx="16">
                    <c:v>Dec 2024</c:v>
                  </c:pt>
                  <c:pt idx="17">
                    <c:v>Jan 2025</c:v>
                  </c:pt>
                  <c:pt idx="18">
                    <c:v>Feb 2025</c:v>
                  </c:pt>
                  <c:pt idx="19">
                    <c:v>Mar 2025</c:v>
                  </c:pt>
                  <c:pt idx="20">
                    <c:v>Apr 2025</c:v>
                  </c:pt>
                  <c:pt idx="21">
                    <c:v>May 2025</c:v>
                  </c:pt>
                  <c:pt idx="22">
                    <c:v>Jun 2025</c:v>
                  </c:pt>
                  <c:pt idx="23">
                    <c:v>Jul 2025</c:v>
                  </c:pt>
                  <c:pt idx="24">
                    <c:v>Aug 2025</c:v>
                  </c:pt>
                  <c:pt idx="25">
                    <c:v>Sep 2025</c:v>
                  </c:pt>
                  <c:pt idx="26">
                    <c:v>Oct 2025</c:v>
                  </c:pt>
                  <c:pt idx="27">
                    <c:v>Nov 2025</c:v>
                  </c:pt>
                  <c:pt idx="28">
                    <c:v>Dec 2025</c:v>
                  </c:pt>
                  <c:pt idx="29">
                    <c:v>Jan 2026</c:v>
                  </c:pt>
                  <c:pt idx="30">
                    <c:v>Feb 2026</c:v>
                  </c:pt>
                  <c:pt idx="31">
                    <c:v>Mar 2026</c:v>
                  </c:pt>
                  <c:pt idx="32">
                    <c:v>Apr 2026</c:v>
                  </c:pt>
                </c:lvl>
              </c:multiLvlStrCache>
            </c:multiLvlStrRef>
          </c:cat>
          <c:val>
            <c:numRef>
              <c:f>Sheet1!$D$2:$D$34</c:f>
              <c:numCache>
                <c:formatCode>General</c:formatCode>
                <c:ptCount val="33"/>
                <c:pt idx="0">
                  <c:v>100</c:v>
                </c:pt>
                <c:pt idx="1">
                  <c:v>100.68</c:v>
                </c:pt>
                <c:pt idx="2">
                  <c:v>101.35</c:v>
                </c:pt>
                <c:pt idx="3">
                  <c:v>101.98</c:v>
                </c:pt>
                <c:pt idx="4">
                  <c:v>102.6</c:v>
                </c:pt>
                <c:pt idx="5">
                  <c:v>103.2</c:v>
                </c:pt>
                <c:pt idx="6">
                  <c:v>103.73</c:v>
                </c:pt>
                <c:pt idx="7">
                  <c:v>104.19</c:v>
                </c:pt>
                <c:pt idx="8">
                  <c:v>104.68</c:v>
                </c:pt>
                <c:pt idx="9">
                  <c:v>105.11</c:v>
                </c:pt>
                <c:pt idx="10">
                  <c:v>105.5</c:v>
                </c:pt>
                <c:pt idx="11">
                  <c:v>105.88</c:v>
                </c:pt>
                <c:pt idx="12">
                  <c:v>106.27</c:v>
                </c:pt>
                <c:pt idx="13">
                  <c:v>106.62</c:v>
                </c:pt>
                <c:pt idx="14">
                  <c:v>106.99</c:v>
                </c:pt>
                <c:pt idx="15">
                  <c:v>107.33</c:v>
                </c:pt>
                <c:pt idx="16">
                  <c:v>107.68</c:v>
                </c:pt>
                <c:pt idx="17">
                  <c:v>108</c:v>
                </c:pt>
                <c:pt idx="18">
                  <c:v>108.3</c:v>
                </c:pt>
                <c:pt idx="19">
                  <c:v>108.64</c:v>
                </c:pt>
                <c:pt idx="20">
                  <c:v>108.96</c:v>
                </c:pt>
                <c:pt idx="21">
                  <c:v>109.29</c:v>
                </c:pt>
                <c:pt idx="22">
                  <c:v>109.62</c:v>
                </c:pt>
                <c:pt idx="23">
                  <c:v>109.95</c:v>
                </c:pt>
                <c:pt idx="24">
                  <c:v>110.28</c:v>
                </c:pt>
                <c:pt idx="25">
                  <c:v>110.58</c:v>
                </c:pt>
                <c:pt idx="26">
                  <c:v>110.9</c:v>
                </c:pt>
                <c:pt idx="27">
                  <c:v>111.21</c:v>
                </c:pt>
                <c:pt idx="28">
                  <c:v>111.52</c:v>
                </c:pt>
                <c:pt idx="29">
                  <c:v>111.83</c:v>
                </c:pt>
                <c:pt idx="30">
                  <c:v>112.1</c:v>
                </c:pt>
                <c:pt idx="31">
                  <c:v>112.4</c:v>
                </c:pt>
                <c:pt idx="32">
                  <c:v>112.69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77,806,942-3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2026-05-19T12:07:10Z</dcterms:created>
  <dcterms:modified xsi:type="dcterms:W3CDTF">2026-05-19T12:07:10Z</dcterms:modified>
</cp:coreProperties>
</file>