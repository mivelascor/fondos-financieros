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1000.36</c:v>
                </c:pt>
                <c:pt idx="3">
                  <c:v>1000.56</c:v>
                </c:pt>
                <c:pt idx="4">
                  <c:v>1000.76</c:v>
                </c:pt>
                <c:pt idx="5">
                  <c:v>1000.94</c:v>
                </c:pt>
                <c:pt idx="6">
                  <c:v>1001.12</c:v>
                </c:pt>
                <c:pt idx="7">
                  <c:v>1001.31</c:v>
                </c:pt>
                <c:pt idx="8">
                  <c:v>1001.49</c:v>
                </c:pt>
                <c:pt idx="9">
                  <c:v>1001.67</c:v>
                </c:pt>
                <c:pt idx="10">
                  <c:v>1001.87</c:v>
                </c:pt>
                <c:pt idx="11">
                  <c:v>1002.07</c:v>
                </c:pt>
                <c:pt idx="12">
                  <c:v>1002.25</c:v>
                </c:pt>
                <c:pt idx="13">
                  <c:v>1002.45</c:v>
                </c:pt>
                <c:pt idx="14">
                  <c:v>1002.65</c:v>
                </c:pt>
                <c:pt idx="15">
                  <c:v>1002.85</c:v>
                </c:pt>
                <c:pt idx="16">
                  <c:v>1003.06</c:v>
                </c:pt>
                <c:pt idx="17">
                  <c:v>1003.26</c:v>
                </c:pt>
                <c:pt idx="18">
                  <c:v>1003.46</c:v>
                </c:pt>
                <c:pt idx="19">
                  <c:v>1003.61</c:v>
                </c:pt>
                <c:pt idx="20">
                  <c:v>1003.79</c:v>
                </c:pt>
                <c:pt idx="21">
                  <c:v>1003.98</c:v>
                </c:pt>
                <c:pt idx="22">
                  <c:v>1004.17</c:v>
                </c:pt>
                <c:pt idx="23">
                  <c:v>1004.37</c:v>
                </c:pt>
                <c:pt idx="24">
                  <c:v>1004.58</c:v>
                </c:pt>
                <c:pt idx="25">
                  <c:v>1004.78</c:v>
                </c:pt>
                <c:pt idx="26">
                  <c:v>1004.98</c:v>
                </c:pt>
                <c:pt idx="27">
                  <c:v>1005.18</c:v>
                </c:pt>
                <c:pt idx="28">
                  <c:v>1005.37</c:v>
                </c:pt>
                <c:pt idx="29">
                  <c:v>1005.84</c:v>
                </c:pt>
                <c:pt idx="30">
                  <c:v>1006.13</c:v>
                </c:pt>
                <c:pt idx="31">
                  <c:v>1006.48</c:v>
                </c:pt>
                <c:pt idx="32">
                  <c:v>1006.84</c:v>
                </c:pt>
                <c:pt idx="33">
                  <c:v>1007.24</c:v>
                </c:pt>
                <c:pt idx="34">
                  <c:v>1007.44</c:v>
                </c:pt>
                <c:pt idx="35">
                  <c:v>1007.6</c:v>
                </c:pt>
                <c:pt idx="36">
                  <c:v>1007.77</c:v>
                </c:pt>
                <c:pt idx="37">
                  <c:v>1007.98</c:v>
                </c:pt>
                <c:pt idx="38">
                  <c:v>1008.19</c:v>
                </c:pt>
                <c:pt idx="39">
                  <c:v>1008.4</c:v>
                </c:pt>
                <c:pt idx="40">
                  <c:v>1008.56</c:v>
                </c:pt>
                <c:pt idx="41">
                  <c:v>1008.72</c:v>
                </c:pt>
                <c:pt idx="42">
                  <c:v>1008.88</c:v>
                </c:pt>
                <c:pt idx="43">
                  <c:v>1009.12</c:v>
                </c:pt>
                <c:pt idx="44">
                  <c:v>1009.34</c:v>
                </c:pt>
                <c:pt idx="45">
                  <c:v>1009.57</c:v>
                </c:pt>
                <c:pt idx="46">
                  <c:v>1009.8</c:v>
                </c:pt>
                <c:pt idx="47">
                  <c:v>1010.02</c:v>
                </c:pt>
                <c:pt idx="48">
                  <c:v>1010.25</c:v>
                </c:pt>
                <c:pt idx="49">
                  <c:v>1010.42</c:v>
                </c:pt>
                <c:pt idx="50">
                  <c:v>1010.64</c:v>
                </c:pt>
                <c:pt idx="51">
                  <c:v>1010.86</c:v>
                </c:pt>
                <c:pt idx="52">
                  <c:v>1011.09</c:v>
                </c:pt>
                <c:pt idx="53">
                  <c:v>1011.31</c:v>
                </c:pt>
                <c:pt idx="54">
                  <c:v>1011.48</c:v>
                </c:pt>
                <c:pt idx="55">
                  <c:v>1011.65</c:v>
                </c:pt>
                <c:pt idx="56">
                  <c:v>1011.87</c:v>
                </c:pt>
                <c:pt idx="57">
                  <c:v>1012.04</c:v>
                </c:pt>
                <c:pt idx="58">
                  <c:v>1012.26</c:v>
                </c:pt>
                <c:pt idx="59">
                  <c:v>1012.48</c:v>
                </c:pt>
                <c:pt idx="60">
                  <c:v>1012.7</c:v>
                </c:pt>
                <c:pt idx="61">
                  <c:v>1012.73</c:v>
                </c:pt>
                <c:pt idx="62">
                  <c:v>1012.92</c:v>
                </c:pt>
                <c:pt idx="63">
                  <c:v>1013.12</c:v>
                </c:pt>
                <c:pt idx="64">
                  <c:v>1013.3</c:v>
                </c:pt>
                <c:pt idx="65">
                  <c:v>1013.5</c:v>
                </c:pt>
                <c:pt idx="66">
                  <c:v>1013.7</c:v>
                </c:pt>
                <c:pt idx="67">
                  <c:v>1013.9</c:v>
                </c:pt>
                <c:pt idx="68">
                  <c:v>1014.09</c:v>
                </c:pt>
                <c:pt idx="69">
                  <c:v>1014.29</c:v>
                </c:pt>
                <c:pt idx="70">
                  <c:v>1014.49</c:v>
                </c:pt>
                <c:pt idx="71">
                  <c:v>1014.67</c:v>
                </c:pt>
                <c:pt idx="72">
                  <c:v>1014.85</c:v>
                </c:pt>
                <c:pt idx="73">
                  <c:v>1015.04</c:v>
                </c:pt>
                <c:pt idx="74">
                  <c:v>1015.24</c:v>
                </c:pt>
                <c:pt idx="75">
                  <c:v>1015.42</c:v>
                </c:pt>
                <c:pt idx="76">
                  <c:v>1015.61</c:v>
                </c:pt>
                <c:pt idx="77">
                  <c:v>1015.79</c:v>
                </c:pt>
                <c:pt idx="78">
                  <c:v>1015.97</c:v>
                </c:pt>
                <c:pt idx="79">
                  <c:v>1016.17</c:v>
                </c:pt>
                <c:pt idx="80">
                  <c:v>1016.36</c:v>
                </c:pt>
                <c:pt idx="81">
                  <c:v>1016.56</c:v>
                </c:pt>
                <c:pt idx="82">
                  <c:v>1016.74</c:v>
                </c:pt>
                <c:pt idx="83">
                  <c:v>1016.93</c:v>
                </c:pt>
                <c:pt idx="84">
                  <c:v>1017.11</c:v>
                </c:pt>
                <c:pt idx="85">
                  <c:v>1017.29</c:v>
                </c:pt>
                <c:pt idx="86">
                  <c:v>1017.47</c:v>
                </c:pt>
                <c:pt idx="87">
                  <c:v>1017.67</c:v>
                </c:pt>
                <c:pt idx="88">
                  <c:v>1017.87</c:v>
                </c:pt>
                <c:pt idx="89">
                  <c:v>1018.05</c:v>
                </c:pt>
                <c:pt idx="90">
                  <c:v>1018.23</c:v>
                </c:pt>
                <c:pt idx="91">
                  <c:v>1018.43</c:v>
                </c:pt>
                <c:pt idx="92">
                  <c:v>1018.63</c:v>
                </c:pt>
                <c:pt idx="93">
                  <c:v>1018.83</c:v>
                </c:pt>
                <c:pt idx="94">
                  <c:v>1019.02</c:v>
                </c:pt>
                <c:pt idx="95">
                  <c:v>1019.22</c:v>
                </c:pt>
                <c:pt idx="96">
                  <c:v>1019.85</c:v>
                </c:pt>
                <c:pt idx="97">
                  <c:v>1020.26</c:v>
                </c:pt>
                <c:pt idx="98">
                  <c:v>1020.63</c:v>
                </c:pt>
                <c:pt idx="99">
                  <c:v>1020.92</c:v>
                </c:pt>
                <c:pt idx="100">
                  <c:v>1021.2</c:v>
                </c:pt>
                <c:pt idx="101">
                  <c:v>1021.47</c:v>
                </c:pt>
                <c:pt idx="102">
                  <c:v>1021.73</c:v>
                </c:pt>
                <c:pt idx="103">
                  <c:v>1022</c:v>
                </c:pt>
                <c:pt idx="104">
                  <c:v>1022.22</c:v>
                </c:pt>
                <c:pt idx="105">
                  <c:v>1022.48</c:v>
                </c:pt>
                <c:pt idx="106">
                  <c:v>1022.7</c:v>
                </c:pt>
                <c:pt idx="107">
                  <c:v>1022.96</c:v>
                </c:pt>
                <c:pt idx="108">
                  <c:v>1023.23</c:v>
                </c:pt>
                <c:pt idx="109">
                  <c:v>1023.49</c:v>
                </c:pt>
                <c:pt idx="110">
                  <c:v>1023.76</c:v>
                </c:pt>
                <c:pt idx="111">
                  <c:v>1024.02</c:v>
                </c:pt>
                <c:pt idx="112">
                  <c:v>1024.34</c:v>
                </c:pt>
                <c:pt idx="113">
                  <c:v>1024.6</c:v>
                </c:pt>
                <c:pt idx="114">
                  <c:v>1024.85</c:v>
                </c:pt>
                <c:pt idx="115">
                  <c:v>1025.11</c:v>
                </c:pt>
                <c:pt idx="116">
                  <c:v>1025.41</c:v>
                </c:pt>
                <c:pt idx="117">
                  <c:v>1025.64</c:v>
                </c:pt>
                <c:pt idx="118">
                  <c:v>1025.88</c:v>
                </c:pt>
                <c:pt idx="119">
                  <c:v>1026.07</c:v>
                </c:pt>
                <c:pt idx="120">
                  <c:v>1026.26</c:v>
                </c:pt>
                <c:pt idx="121">
                  <c:v>1026.44</c:v>
                </c:pt>
                <c:pt idx="122">
                  <c:v>1026.67</c:v>
                </c:pt>
                <c:pt idx="123">
                  <c:v>1026.9</c:v>
                </c:pt>
                <c:pt idx="124">
                  <c:v>1027.09</c:v>
                </c:pt>
                <c:pt idx="125">
                  <c:v>1027.27</c:v>
                </c:pt>
                <c:pt idx="126">
                  <c:v>1027.46</c:v>
                </c:pt>
                <c:pt idx="127">
                  <c:v>1027.65</c:v>
                </c:pt>
                <c:pt idx="128">
                  <c:v>1027.84</c:v>
                </c:pt>
                <c:pt idx="129">
                  <c:v>1028.05</c:v>
                </c:pt>
                <c:pt idx="130">
                  <c:v>1028.25</c:v>
                </c:pt>
                <c:pt idx="131">
                  <c:v>1028.45</c:v>
                </c:pt>
                <c:pt idx="132">
                  <c:v>1028.69</c:v>
                </c:pt>
                <c:pt idx="133">
                  <c:v>1028.88</c:v>
                </c:pt>
                <c:pt idx="134">
                  <c:v>1029.11</c:v>
                </c:pt>
                <c:pt idx="135">
                  <c:v>1029.41</c:v>
                </c:pt>
                <c:pt idx="136">
                  <c:v>1029.72</c:v>
                </c:pt>
                <c:pt idx="137">
                  <c:v>1030.03</c:v>
                </c:pt>
                <c:pt idx="138">
                  <c:v>1029.91</c:v>
                </c:pt>
                <c:pt idx="139">
                  <c:v>1030.17</c:v>
                </c:pt>
                <c:pt idx="140">
                  <c:v>1030.42</c:v>
                </c:pt>
                <c:pt idx="141">
                  <c:v>1030.61</c:v>
                </c:pt>
                <c:pt idx="142">
                  <c:v>1030.81</c:v>
                </c:pt>
                <c:pt idx="143">
                  <c:v>1031</c:v>
                </c:pt>
                <c:pt idx="144">
                  <c:v>1031.2</c:v>
                </c:pt>
                <c:pt idx="145">
                  <c:v>1031.34</c:v>
                </c:pt>
                <c:pt idx="146">
                  <c:v>1031.53</c:v>
                </c:pt>
                <c:pt idx="147">
                  <c:v>1031.77</c:v>
                </c:pt>
                <c:pt idx="148">
                  <c:v>1032</c:v>
                </c:pt>
                <c:pt idx="149">
                  <c:v>1032.19</c:v>
                </c:pt>
                <c:pt idx="150">
                  <c:v>1032.42</c:v>
                </c:pt>
                <c:pt idx="151">
                  <c:v>1032.65</c:v>
                </c:pt>
                <c:pt idx="152">
                  <c:v>1032.9</c:v>
                </c:pt>
                <c:pt idx="153">
                  <c:v>1067.76</c:v>
                </c:pt>
                <c:pt idx="154">
                  <c:v>1068.06</c:v>
                </c:pt>
                <c:pt idx="155">
                  <c:v>1068.37</c:v>
                </c:pt>
                <c:pt idx="156">
                  <c:v>1068.32</c:v>
                </c:pt>
                <c:pt idx="157">
                  <c:v>1068.62</c:v>
                </c:pt>
                <c:pt idx="158">
                  <c:v>1068.93</c:v>
                </c:pt>
                <c:pt idx="159">
                  <c:v>1069.39</c:v>
                </c:pt>
                <c:pt idx="160">
                  <c:v>1069.7</c:v>
                </c:pt>
                <c:pt idx="161">
                  <c:v>1070.22</c:v>
                </c:pt>
                <c:pt idx="162">
                  <c:v>1070.91</c:v>
                </c:pt>
                <c:pt idx="163">
                  <c:v>1072.2</c:v>
                </c:pt>
                <c:pt idx="164">
                  <c:v>1072.43</c:v>
                </c:pt>
                <c:pt idx="165">
                  <c:v>1072.67</c:v>
                </c:pt>
                <c:pt idx="166">
                  <c:v>1036.64</c:v>
                </c:pt>
                <c:pt idx="167">
                  <c:v>1037.11</c:v>
                </c:pt>
                <c:pt idx="168">
                  <c:v>1037.31</c:v>
                </c:pt>
                <c:pt idx="169">
                  <c:v>1037.57</c:v>
                </c:pt>
                <c:pt idx="170">
                  <c:v>1038.26</c:v>
                </c:pt>
                <c:pt idx="171">
                  <c:v>1038.48</c:v>
                </c:pt>
                <c:pt idx="172">
                  <c:v>1038.7</c:v>
                </c:pt>
                <c:pt idx="173">
                  <c:v>1039.11</c:v>
                </c:pt>
                <c:pt idx="174">
                  <c:v>1039.3</c:v>
                </c:pt>
                <c:pt idx="175">
                  <c:v>1039.49</c:v>
                </c:pt>
                <c:pt idx="176">
                  <c:v>1074.84</c:v>
                </c:pt>
                <c:pt idx="177">
                  <c:v>1039.75</c:v>
                </c:pt>
                <c:pt idx="178">
                  <c:v>1039.97</c:v>
                </c:pt>
                <c:pt idx="179">
                  <c:v>1040.19</c:v>
                </c:pt>
                <c:pt idx="180">
                  <c:v>1040.38</c:v>
                </c:pt>
                <c:pt idx="181">
                  <c:v>1040.57</c:v>
                </c:pt>
                <c:pt idx="182">
                  <c:v>1040.78</c:v>
                </c:pt>
                <c:pt idx="183">
                  <c:v>1040.97</c:v>
                </c:pt>
                <c:pt idx="184">
                  <c:v>1041.16</c:v>
                </c:pt>
                <c:pt idx="185">
                  <c:v>1041.38</c:v>
                </c:pt>
                <c:pt idx="186">
                  <c:v>1041.6</c:v>
                </c:pt>
                <c:pt idx="187">
                  <c:v>1041.8</c:v>
                </c:pt>
                <c:pt idx="188">
                  <c:v>1041.81</c:v>
                </c:pt>
                <c:pt idx="189">
                  <c:v>1042.19</c:v>
                </c:pt>
                <c:pt idx="190">
                  <c:v>1042.38</c:v>
                </c:pt>
                <c:pt idx="191">
                  <c:v>1042.58</c:v>
                </c:pt>
                <c:pt idx="192">
                  <c:v>1042.79</c:v>
                </c:pt>
                <c:pt idx="193">
                  <c:v>1043.01</c:v>
                </c:pt>
                <c:pt idx="194">
                  <c:v>1043.2</c:v>
                </c:pt>
                <c:pt idx="195">
                  <c:v>1043.4</c:v>
                </c:pt>
                <c:pt idx="196">
                  <c:v>1043.59</c:v>
                </c:pt>
                <c:pt idx="197">
                  <c:v>1043.78</c:v>
                </c:pt>
                <c:pt idx="198">
                  <c:v>1044</c:v>
                </c:pt>
                <c:pt idx="199">
                  <c:v>1044.21</c:v>
                </c:pt>
                <c:pt idx="200">
                  <c:v>1044.43</c:v>
                </c:pt>
                <c:pt idx="201">
                  <c:v>1044.62</c:v>
                </c:pt>
                <c:pt idx="202">
                  <c:v>1044.81</c:v>
                </c:pt>
                <c:pt idx="203">
                  <c:v>1045</c:v>
                </c:pt>
                <c:pt idx="204">
                  <c:v>1045.18</c:v>
                </c:pt>
                <c:pt idx="205">
                  <c:v>1045.39</c:v>
                </c:pt>
                <c:pt idx="206">
                  <c:v>1045.61</c:v>
                </c:pt>
                <c:pt idx="207">
                  <c:v>1045.82</c:v>
                </c:pt>
                <c:pt idx="208">
                  <c:v>1046.01</c:v>
                </c:pt>
                <c:pt idx="209">
                  <c:v>1046.22</c:v>
                </c:pt>
                <c:pt idx="210">
                  <c:v>1046.43</c:v>
                </c:pt>
                <c:pt idx="211">
                  <c:v>1046.62</c:v>
                </c:pt>
                <c:pt idx="212">
                  <c:v>1046.82</c:v>
                </c:pt>
                <c:pt idx="213">
                  <c:v>1047.03</c:v>
                </c:pt>
                <c:pt idx="214">
                  <c:v>1047.24</c:v>
                </c:pt>
                <c:pt idx="215">
                  <c:v>1047.43</c:v>
                </c:pt>
                <c:pt idx="216">
                  <c:v>1047.64</c:v>
                </c:pt>
                <c:pt idx="217">
                  <c:v>1047.87</c:v>
                </c:pt>
                <c:pt idx="218">
                  <c:v>1048.06</c:v>
                </c:pt>
                <c:pt idx="219">
                  <c:v>1048.26</c:v>
                </c:pt>
                <c:pt idx="220">
                  <c:v>1048.47</c:v>
                </c:pt>
                <c:pt idx="221">
                  <c:v>1048.68</c:v>
                </c:pt>
                <c:pt idx="222">
                  <c:v>1048.85</c:v>
                </c:pt>
                <c:pt idx="223">
                  <c:v>1049.03</c:v>
                </c:pt>
                <c:pt idx="224">
                  <c:v>1049.22</c:v>
                </c:pt>
                <c:pt idx="225">
                  <c:v>1049.4</c:v>
                </c:pt>
                <c:pt idx="226">
                  <c:v>1049.59</c:v>
                </c:pt>
                <c:pt idx="227">
                  <c:v>1049.79</c:v>
                </c:pt>
                <c:pt idx="228">
                  <c:v>1049.97</c:v>
                </c:pt>
                <c:pt idx="229">
                  <c:v>1050.15</c:v>
                </c:pt>
                <c:pt idx="230">
                  <c:v>1050.33</c:v>
                </c:pt>
                <c:pt idx="231">
                  <c:v>1050.51</c:v>
                </c:pt>
                <c:pt idx="232">
                  <c:v>1050.69</c:v>
                </c:pt>
                <c:pt idx="233">
                  <c:v>1050.88</c:v>
                </c:pt>
                <c:pt idx="234">
                  <c:v>1051.08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1051.64</c:v>
                </c:pt>
                <c:pt idx="238">
                  <c:v>1051.84</c:v>
                </c:pt>
                <c:pt idx="239">
                  <c:v>1052.03</c:v>
                </c:pt>
                <c:pt idx="240">
                  <c:v>1052.23</c:v>
                </c:pt>
                <c:pt idx="241">
                  <c:v>1052.44</c:v>
                </c:pt>
                <c:pt idx="242">
                  <c:v>1052.65</c:v>
                </c:pt>
                <c:pt idx="243">
                  <c:v>1052.84</c:v>
                </c:pt>
                <c:pt idx="244">
                  <c:v>1053.03</c:v>
                </c:pt>
                <c:pt idx="245">
                  <c:v>1053.22</c:v>
                </c:pt>
                <c:pt idx="246">
                  <c:v>1053.38</c:v>
                </c:pt>
                <c:pt idx="247">
                  <c:v>1053.59</c:v>
                </c:pt>
                <c:pt idx="248">
                  <c:v>1053.81</c:v>
                </c:pt>
                <c:pt idx="249">
                  <c:v>1054.02</c:v>
                </c:pt>
                <c:pt idx="250">
                  <c:v>1054.21</c:v>
                </c:pt>
                <c:pt idx="251">
                  <c:v>1054.41</c:v>
                </c:pt>
                <c:pt idx="252">
                  <c:v>1054.62</c:v>
                </c:pt>
                <c:pt idx="253">
                  <c:v>1054.82</c:v>
                </c:pt>
                <c:pt idx="254">
                  <c:v>1055.03</c:v>
                </c:pt>
                <c:pt idx="255">
                  <c:v>1055.24</c:v>
                </c:pt>
                <c:pt idx="256">
                  <c:v>1055.45</c:v>
                </c:pt>
                <c:pt idx="257">
                  <c:v>1055.64</c:v>
                </c:pt>
                <c:pt idx="258">
                  <c:v>1055.83</c:v>
                </c:pt>
                <c:pt idx="259">
                  <c:v>1056.01</c:v>
                </c:pt>
                <c:pt idx="260">
                  <c:v>1056.22</c:v>
                </c:pt>
                <c:pt idx="261">
                  <c:v>1056.42</c:v>
                </c:pt>
                <c:pt idx="262">
                  <c:v>1056.63</c:v>
                </c:pt>
                <c:pt idx="263">
                  <c:v>1056.84</c:v>
                </c:pt>
                <c:pt idx="264">
                  <c:v>1057.03</c:v>
                </c:pt>
                <c:pt idx="265">
                  <c:v>1057.23</c:v>
                </c:pt>
                <c:pt idx="266">
                  <c:v>1057.42</c:v>
                </c:pt>
                <c:pt idx="267">
                  <c:v>1057.6</c:v>
                </c:pt>
                <c:pt idx="268">
                  <c:v>1057.81</c:v>
                </c:pt>
                <c:pt idx="269">
                  <c:v>1058.02</c:v>
                </c:pt>
                <c:pt idx="270">
                  <c:v>1058.22</c:v>
                </c:pt>
                <c:pt idx="271">
                  <c:v>1058.41</c:v>
                </c:pt>
                <c:pt idx="272">
                  <c:v>1058.59</c:v>
                </c:pt>
                <c:pt idx="273">
                  <c:v>1058.78</c:v>
                </c:pt>
                <c:pt idx="274">
                  <c:v>1058.96</c:v>
                </c:pt>
                <c:pt idx="275">
                  <c:v>1059.17</c:v>
                </c:pt>
                <c:pt idx="276">
                  <c:v>1059.37</c:v>
                </c:pt>
                <c:pt idx="277">
                  <c:v>1059.57</c:v>
                </c:pt>
                <c:pt idx="278">
                  <c:v>1059.73</c:v>
                </c:pt>
                <c:pt idx="279">
                  <c:v>1059.91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-0,88%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2026-05-15T17:17:47Z</dcterms:created>
  <dcterms:modified xsi:type="dcterms:W3CDTF">2026-05-15T17:17:47Z</dcterms:modified>
</cp:coreProperties>
</file>