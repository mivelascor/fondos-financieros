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1006.01</c:v>
                </c:pt>
                <c:pt idx="2">
                  <c:v>1012.03</c:v>
                </c:pt>
                <c:pt idx="3">
                  <c:v>1018.71</c:v>
                </c:pt>
                <c:pt idx="4">
                  <c:v>1024.6</c:v>
                </c:pt>
                <c:pt idx="5">
                  <c:v>1031.38</c:v>
                </c:pt>
                <c:pt idx="6">
                  <c:v>1037.67</c:v>
                </c:pt>
                <c:pt idx="7">
                  <c:v>1043.49</c:v>
                </c:pt>
                <c:pt idx="8">
                  <c:v>1049.78</c:v>
                </c:pt>
                <c:pt idx="9">
                  <c:v>1055.88</c:v>
                </c:pt>
                <c:pt idx="10">
                  <c:v>1056.89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2026-05-18T17:38:38Z</dcterms:created>
  <dcterms:modified xsi:type="dcterms:W3CDTF">2026-05-18T17:38:38Z</dcterms:modified>
</cp:coreProperties>
</file>