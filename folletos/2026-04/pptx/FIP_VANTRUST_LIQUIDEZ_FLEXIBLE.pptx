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Flexible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1000</c:v>
                </c:pt>
                <c:pt idx="1">
                  <c:v>1006.01</c:v>
                </c:pt>
                <c:pt idx="2">
                  <c:v>1012.03</c:v>
                </c:pt>
                <c:pt idx="3">
                  <c:v>1018.71</c:v>
                </c:pt>
                <c:pt idx="4">
                  <c:v>1024.6</c:v>
                </c:pt>
                <c:pt idx="5">
                  <c:v>1031.14</c:v>
                </c:pt>
                <c:pt idx="6">
                  <c:v>1037.67</c:v>
                </c:pt>
                <c:pt idx="7">
                  <c:v>1043.49</c:v>
                </c:pt>
                <c:pt idx="8">
                  <c:v>1049.78</c:v>
                </c:pt>
                <c:pt idx="9">
                  <c:v>1055.88</c:v>
                </c:pt>
                <c:pt idx="10">
                  <c:v>1056.89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1008.08</c:v>
                </c:pt>
                <c:pt idx="2">
                  <c:v>1020.29</c:v>
                </c:pt>
                <c:pt idx="3">
                  <c:v>1031.83</c:v>
                </c:pt>
                <c:pt idx="4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FLEXIBLE,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Flexible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7556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508760" y="175564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1,11%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20665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21579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59152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239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153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439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439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634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meses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634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8828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meses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8828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02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4 meses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02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2026-05-14T22:11:45Z</dcterms:created>
  <dcterms:modified xsi:type="dcterms:W3CDTF">2026-05-14T22:11:45Z</dcterms:modified>
</cp:coreProperties>
</file>