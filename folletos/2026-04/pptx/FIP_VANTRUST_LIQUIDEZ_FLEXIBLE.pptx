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100</c:v>
                </c:pt>
                <c:pt idx="1">
                  <c:v>100.42</c:v>
                </c:pt>
                <c:pt idx="2">
                  <c:v>100.84</c:v>
                </c:pt>
                <c:pt idx="3">
                  <c:v>101.27</c:v>
                </c:pt>
                <c:pt idx="4">
                  <c:v>101.71</c:v>
                </c:pt>
                <c:pt idx="5">
                  <c:v>102.1</c:v>
                </c:pt>
                <c:pt idx="6">
                  <c:v>102.53</c:v>
                </c:pt>
                <c:pt idx="7">
                  <c:v>102.94</c:v>
                </c:pt>
                <c:pt idx="8">
                  <c:v>103.33</c:v>
                </c:pt>
                <c:pt idx="9">
                  <c:v>103.76</c:v>
                </c:pt>
                <c:pt idx="10">
                  <c:v>104.16</c:v>
                </c:pt>
                <c:pt idx="11">
                  <c:v>104.54</c:v>
                </c:pt>
                <c:pt idx="12">
                  <c:v>104.95</c:v>
                </c:pt>
                <c:pt idx="13">
                  <c:v>105.34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100</c:v>
                </c:pt>
                <c:pt idx="1">
                  <c:v>100.4</c:v>
                </c:pt>
                <c:pt idx="2">
                  <c:v>101.05</c:v>
                </c:pt>
                <c:pt idx="3">
                  <c:v>101.71</c:v>
                </c:pt>
                <c:pt idx="4">
                  <c:v>102.33</c:v>
                </c:pt>
                <c:pt idx="5">
                  <c:v>102.94</c:v>
                </c:pt>
                <c:pt idx="6">
                  <c:v>103.56</c:v>
                </c:pt>
                <c:pt idx="7">
                  <c:v>104.24</c:v>
                </c:pt>
                <c:pt idx="8">
                  <c:v>104.84</c:v>
                </c:pt>
                <c:pt idx="9">
                  <c:v>105.54</c:v>
                </c:pt>
                <c:pt idx="10">
                  <c:v>106.18</c:v>
                </c:pt>
                <c:pt idx="11">
                  <c:v>106.78</c:v>
                </c:pt>
                <c:pt idx="12">
                  <c:v>107.42</c:v>
                </c:pt>
                <c:pt idx="13">
                  <c:v>108.05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100</c:v>
                </c:pt>
                <c:pt idx="1">
                  <c:v>100.3</c:v>
                </c:pt>
                <c:pt idx="2">
                  <c:v>100.61</c:v>
                </c:pt>
                <c:pt idx="3">
                  <c:v>100.91</c:v>
                </c:pt>
                <c:pt idx="4">
                  <c:v>101.22</c:v>
                </c:pt>
                <c:pt idx="5">
                  <c:v>101.51</c:v>
                </c:pt>
                <c:pt idx="6">
                  <c:v>101.79</c:v>
                </c:pt>
                <c:pt idx="7">
                  <c:v>102.08</c:v>
                </c:pt>
                <c:pt idx="8">
                  <c:v>102.37</c:v>
                </c:pt>
                <c:pt idx="9">
                  <c:v>102.66</c:v>
                </c:pt>
                <c:pt idx="10">
                  <c:v>102.94</c:v>
                </c:pt>
                <c:pt idx="11">
                  <c:v>103.19</c:v>
                </c:pt>
                <c:pt idx="12">
                  <c:v>103.47</c:v>
                </c:pt>
                <c:pt idx="13">
                  <c:v>103.74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2026-05-19T12:07:03Z</dcterms:created>
  <dcterms:modified xsi:type="dcterms:W3CDTF">2026-05-19T12:07:03Z</dcterms:modified>
</cp:coreProperties>
</file>