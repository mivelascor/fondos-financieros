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FIP Liquidez Flexible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Sheet1!$B$2:$B$281</c:f>
              <c:numCache>
                <c:formatCode>General</c:formatCode>
                <c:ptCount val="280"/>
                <c:pt idx="0">
                  <c:v>1000</c:v>
                </c:pt>
                <c:pt idx="1">
                  <c:v>1000.2</c:v>
                </c:pt>
                <c:pt idx="2">
                  <c:v>1000.36</c:v>
                </c:pt>
                <c:pt idx="3">
                  <c:v>1000.56</c:v>
                </c:pt>
                <c:pt idx="4">
                  <c:v>1000.75</c:v>
                </c:pt>
                <c:pt idx="5">
                  <c:v>1000.95</c:v>
                </c:pt>
                <c:pt idx="6">
                  <c:v>1001.11</c:v>
                </c:pt>
                <c:pt idx="7">
                  <c:v>1001.31</c:v>
                </c:pt>
                <c:pt idx="8">
                  <c:v>1001.5</c:v>
                </c:pt>
                <c:pt idx="9">
                  <c:v>1001.7</c:v>
                </c:pt>
                <c:pt idx="10">
                  <c:v>1001.9</c:v>
                </c:pt>
                <c:pt idx="11">
                  <c:v>1002.09</c:v>
                </c:pt>
                <c:pt idx="12">
                  <c:v>1002.29</c:v>
                </c:pt>
                <c:pt idx="13">
                  <c:v>1002.49</c:v>
                </c:pt>
                <c:pt idx="14">
                  <c:v>1002.69</c:v>
                </c:pt>
                <c:pt idx="15">
                  <c:v>1002.89</c:v>
                </c:pt>
                <c:pt idx="16">
                  <c:v>1003.09</c:v>
                </c:pt>
                <c:pt idx="17">
                  <c:v>1003.29</c:v>
                </c:pt>
                <c:pt idx="18">
                  <c:v>1003.49</c:v>
                </c:pt>
                <c:pt idx="19">
                  <c:v>1003.65</c:v>
                </c:pt>
                <c:pt idx="20">
                  <c:v>1003.84</c:v>
                </c:pt>
                <c:pt idx="21">
                  <c:v>1004.02</c:v>
                </c:pt>
                <c:pt idx="22">
                  <c:v>1004.22</c:v>
                </c:pt>
                <c:pt idx="23">
                  <c:v>1004.42</c:v>
                </c:pt>
                <c:pt idx="24">
                  <c:v>1004.62</c:v>
                </c:pt>
                <c:pt idx="25">
                  <c:v>1004.81</c:v>
                </c:pt>
                <c:pt idx="26">
                  <c:v>1005.01</c:v>
                </c:pt>
                <c:pt idx="27">
                  <c:v>1005.2</c:v>
                </c:pt>
                <c:pt idx="28">
                  <c:v>1005.41</c:v>
                </c:pt>
                <c:pt idx="29">
                  <c:v>1005.61</c:v>
                </c:pt>
                <c:pt idx="30">
                  <c:v>1005.81</c:v>
                </c:pt>
                <c:pt idx="31">
                  <c:v>1006.01</c:v>
                </c:pt>
                <c:pt idx="32">
                  <c:v>1006.21</c:v>
                </c:pt>
                <c:pt idx="33">
                  <c:v>1006.41</c:v>
                </c:pt>
                <c:pt idx="34">
                  <c:v>1006.62</c:v>
                </c:pt>
                <c:pt idx="35">
                  <c:v>1006.82</c:v>
                </c:pt>
                <c:pt idx="36">
                  <c:v>1007.03</c:v>
                </c:pt>
                <c:pt idx="37">
                  <c:v>1007.23</c:v>
                </c:pt>
                <c:pt idx="38">
                  <c:v>1007.43</c:v>
                </c:pt>
                <c:pt idx="39">
                  <c:v>1007.64</c:v>
                </c:pt>
                <c:pt idx="40">
                  <c:v>1007.84</c:v>
                </c:pt>
                <c:pt idx="41">
                  <c:v>1008.04</c:v>
                </c:pt>
                <c:pt idx="42">
                  <c:v>1008.24</c:v>
                </c:pt>
                <c:pt idx="43">
                  <c:v>1008.44</c:v>
                </c:pt>
                <c:pt idx="44">
                  <c:v>1008.63</c:v>
                </c:pt>
                <c:pt idx="45">
                  <c:v>1008.83</c:v>
                </c:pt>
                <c:pt idx="46">
                  <c:v>1009.02</c:v>
                </c:pt>
                <c:pt idx="47">
                  <c:v>1009.22</c:v>
                </c:pt>
                <c:pt idx="48">
                  <c:v>1009.42</c:v>
                </c:pt>
                <c:pt idx="49">
                  <c:v>1009.61</c:v>
                </c:pt>
                <c:pt idx="50">
                  <c:v>1009.81</c:v>
                </c:pt>
                <c:pt idx="51">
                  <c:v>1010</c:v>
                </c:pt>
                <c:pt idx="52">
                  <c:v>1010.2</c:v>
                </c:pt>
                <c:pt idx="53">
                  <c:v>1010.4</c:v>
                </c:pt>
                <c:pt idx="54">
                  <c:v>1010.59</c:v>
                </c:pt>
                <c:pt idx="55">
                  <c:v>1010.79</c:v>
                </c:pt>
                <c:pt idx="56">
                  <c:v>1010.98</c:v>
                </c:pt>
                <c:pt idx="57">
                  <c:v>1011.19</c:v>
                </c:pt>
                <c:pt idx="58">
                  <c:v>1011.41</c:v>
                </c:pt>
                <c:pt idx="59">
                  <c:v>1011.61</c:v>
                </c:pt>
                <c:pt idx="60">
                  <c:v>1011.82</c:v>
                </c:pt>
                <c:pt idx="61">
                  <c:v>1012.02</c:v>
                </c:pt>
                <c:pt idx="62">
                  <c:v>1012.23</c:v>
                </c:pt>
                <c:pt idx="63">
                  <c:v>1012.44</c:v>
                </c:pt>
                <c:pt idx="64">
                  <c:v>1012.65</c:v>
                </c:pt>
                <c:pt idx="65">
                  <c:v>1012.86</c:v>
                </c:pt>
                <c:pt idx="66">
                  <c:v>1013.07</c:v>
                </c:pt>
                <c:pt idx="67">
                  <c:v>1013.29</c:v>
                </c:pt>
                <c:pt idx="68">
                  <c:v>1013.46</c:v>
                </c:pt>
                <c:pt idx="69">
                  <c:v>1013.66</c:v>
                </c:pt>
                <c:pt idx="70">
                  <c:v>1013.85</c:v>
                </c:pt>
                <c:pt idx="71">
                  <c:v>1014.05</c:v>
                </c:pt>
                <c:pt idx="72">
                  <c:v>1014.25</c:v>
                </c:pt>
                <c:pt idx="73">
                  <c:v>1014.45</c:v>
                </c:pt>
                <c:pt idx="74">
                  <c:v>1014.64</c:v>
                </c:pt>
                <c:pt idx="75">
                  <c:v>1014.84</c:v>
                </c:pt>
                <c:pt idx="76">
                  <c:v>1015.04</c:v>
                </c:pt>
                <c:pt idx="77">
                  <c:v>1015.3</c:v>
                </c:pt>
                <c:pt idx="78">
                  <c:v>1015.55</c:v>
                </c:pt>
                <c:pt idx="79">
                  <c:v>1015.78</c:v>
                </c:pt>
                <c:pt idx="80">
                  <c:v>1016.02</c:v>
                </c:pt>
                <c:pt idx="81">
                  <c:v>1016.25</c:v>
                </c:pt>
                <c:pt idx="82">
                  <c:v>1016.49</c:v>
                </c:pt>
                <c:pt idx="83">
                  <c:v>1016.72</c:v>
                </c:pt>
                <c:pt idx="84">
                  <c:v>1016.95</c:v>
                </c:pt>
                <c:pt idx="85">
                  <c:v>1017.18</c:v>
                </c:pt>
                <c:pt idx="86">
                  <c:v>1017.41</c:v>
                </c:pt>
                <c:pt idx="87">
                  <c:v>1017.64</c:v>
                </c:pt>
                <c:pt idx="88">
                  <c:v>1017.87</c:v>
                </c:pt>
                <c:pt idx="89">
                  <c:v>1018.1</c:v>
                </c:pt>
                <c:pt idx="90">
                  <c:v>1018.31</c:v>
                </c:pt>
                <c:pt idx="91">
                  <c:v>1018.52</c:v>
                </c:pt>
                <c:pt idx="92">
                  <c:v>1018.71</c:v>
                </c:pt>
                <c:pt idx="93">
                  <c:v>1018.91</c:v>
                </c:pt>
                <c:pt idx="94">
                  <c:v>1019.11</c:v>
                </c:pt>
                <c:pt idx="95">
                  <c:v>1019.31</c:v>
                </c:pt>
                <c:pt idx="96">
                  <c:v>1019.5</c:v>
                </c:pt>
                <c:pt idx="97">
                  <c:v>1019.7</c:v>
                </c:pt>
                <c:pt idx="98">
                  <c:v>1019.9</c:v>
                </c:pt>
                <c:pt idx="99">
                  <c:v>1020.1</c:v>
                </c:pt>
                <c:pt idx="100">
                  <c:v>1020.3</c:v>
                </c:pt>
                <c:pt idx="101">
                  <c:v>1020.5</c:v>
                </c:pt>
                <c:pt idx="102">
                  <c:v>1020.7</c:v>
                </c:pt>
                <c:pt idx="103">
                  <c:v>1020.9</c:v>
                </c:pt>
                <c:pt idx="104">
                  <c:v>1021.1</c:v>
                </c:pt>
                <c:pt idx="105">
                  <c:v>1021.3</c:v>
                </c:pt>
                <c:pt idx="106">
                  <c:v>1021.5</c:v>
                </c:pt>
                <c:pt idx="107">
                  <c:v>1021.7</c:v>
                </c:pt>
                <c:pt idx="108">
                  <c:v>1021.9</c:v>
                </c:pt>
                <c:pt idx="109">
                  <c:v>1022.09</c:v>
                </c:pt>
                <c:pt idx="110">
                  <c:v>1022.29</c:v>
                </c:pt>
                <c:pt idx="111">
                  <c:v>1022.49</c:v>
                </c:pt>
                <c:pt idx="112">
                  <c:v>1022.69</c:v>
                </c:pt>
                <c:pt idx="113">
                  <c:v>1022.89</c:v>
                </c:pt>
                <c:pt idx="114">
                  <c:v>1023.09</c:v>
                </c:pt>
                <c:pt idx="115">
                  <c:v>1023.29</c:v>
                </c:pt>
                <c:pt idx="116">
                  <c:v>1023.49</c:v>
                </c:pt>
                <c:pt idx="117">
                  <c:v>1023.66</c:v>
                </c:pt>
                <c:pt idx="118">
                  <c:v>1023.86</c:v>
                </c:pt>
                <c:pt idx="119">
                  <c:v>1024.01</c:v>
                </c:pt>
                <c:pt idx="120">
                  <c:v>1024.21</c:v>
                </c:pt>
                <c:pt idx="121">
                  <c:v>1024.41</c:v>
                </c:pt>
                <c:pt idx="122">
                  <c:v>1024.61</c:v>
                </c:pt>
                <c:pt idx="123">
                  <c:v>1024.8</c:v>
                </c:pt>
                <c:pt idx="124">
                  <c:v>1025</c:v>
                </c:pt>
                <c:pt idx="125">
                  <c:v>1025.2</c:v>
                </c:pt>
                <c:pt idx="126">
                  <c:v>1025.4</c:v>
                </c:pt>
                <c:pt idx="127">
                  <c:v>1025.6</c:v>
                </c:pt>
                <c:pt idx="128">
                  <c:v>1025.79</c:v>
                </c:pt>
                <c:pt idx="129">
                  <c:v>1025.99</c:v>
                </c:pt>
                <c:pt idx="130">
                  <c:v>1026.19</c:v>
                </c:pt>
                <c:pt idx="131">
                  <c:v>1026.39</c:v>
                </c:pt>
                <c:pt idx="132">
                  <c:v>1026.58</c:v>
                </c:pt>
                <c:pt idx="133">
                  <c:v>1026.79</c:v>
                </c:pt>
                <c:pt idx="134">
                  <c:v>1027.01</c:v>
                </c:pt>
                <c:pt idx="135">
                  <c:v>1027.28</c:v>
                </c:pt>
                <c:pt idx="136">
                  <c:v>1027.52</c:v>
                </c:pt>
                <c:pt idx="137">
                  <c:v>1027.77</c:v>
                </c:pt>
                <c:pt idx="138">
                  <c:v>1028.02</c:v>
                </c:pt>
                <c:pt idx="139">
                  <c:v>1028.24</c:v>
                </c:pt>
                <c:pt idx="140">
                  <c:v>1028.47</c:v>
                </c:pt>
                <c:pt idx="141">
                  <c:v>1028.67</c:v>
                </c:pt>
                <c:pt idx="142">
                  <c:v>1028.87</c:v>
                </c:pt>
                <c:pt idx="143">
                  <c:v>1029.07</c:v>
                </c:pt>
                <c:pt idx="144">
                  <c:v>1029.27</c:v>
                </c:pt>
                <c:pt idx="145">
                  <c:v>1029.42</c:v>
                </c:pt>
                <c:pt idx="146">
                  <c:v>1029.62</c:v>
                </c:pt>
                <c:pt idx="147">
                  <c:v>1029.83</c:v>
                </c:pt>
                <c:pt idx="148">
                  <c:v>1030.03</c:v>
                </c:pt>
                <c:pt idx="149">
                  <c:v>1030.23</c:v>
                </c:pt>
                <c:pt idx="150">
                  <c:v>1030.44</c:v>
                </c:pt>
                <c:pt idx="151">
                  <c:v>1030.64</c:v>
                </c:pt>
                <c:pt idx="152">
                  <c:v>1030.88</c:v>
                </c:pt>
                <c:pt idx="153">
                  <c:v>1031.11</c:v>
                </c:pt>
                <c:pt idx="154">
                  <c:v>1031.35</c:v>
                </c:pt>
                <c:pt idx="155">
                  <c:v>1031.58</c:v>
                </c:pt>
                <c:pt idx="156">
                  <c:v>1031.82</c:v>
                </c:pt>
                <c:pt idx="157">
                  <c:v>1032.06</c:v>
                </c:pt>
                <c:pt idx="158">
                  <c:v>1032.29</c:v>
                </c:pt>
                <c:pt idx="159">
                  <c:v>1032.53</c:v>
                </c:pt>
                <c:pt idx="160">
                  <c:v>1032.77</c:v>
                </c:pt>
                <c:pt idx="161">
                  <c:v>1033.01</c:v>
                </c:pt>
                <c:pt idx="162">
                  <c:v>1033.22</c:v>
                </c:pt>
                <c:pt idx="163">
                  <c:v>1033.39</c:v>
                </c:pt>
                <c:pt idx="164">
                  <c:v>1033.6</c:v>
                </c:pt>
                <c:pt idx="165">
                  <c:v>1033.8</c:v>
                </c:pt>
                <c:pt idx="166">
                  <c:v>1034.01</c:v>
                </c:pt>
                <c:pt idx="167">
                  <c:v>1034.2</c:v>
                </c:pt>
                <c:pt idx="168">
                  <c:v>1034.41</c:v>
                </c:pt>
                <c:pt idx="169">
                  <c:v>1034.62</c:v>
                </c:pt>
                <c:pt idx="170">
                  <c:v>1034.82</c:v>
                </c:pt>
                <c:pt idx="171">
                  <c:v>1035.02</c:v>
                </c:pt>
                <c:pt idx="172">
                  <c:v>1035.23</c:v>
                </c:pt>
                <c:pt idx="173">
                  <c:v>1035.44</c:v>
                </c:pt>
                <c:pt idx="174">
                  <c:v>1035.64</c:v>
                </c:pt>
                <c:pt idx="175">
                  <c:v>1035.85</c:v>
                </c:pt>
                <c:pt idx="176">
                  <c:v>1036.06</c:v>
                </c:pt>
                <c:pt idx="177">
                  <c:v>1036.26</c:v>
                </c:pt>
                <c:pt idx="178">
                  <c:v>1036.47</c:v>
                </c:pt>
                <c:pt idx="179">
                  <c:v>1036.67</c:v>
                </c:pt>
                <c:pt idx="180">
                  <c:v>1036.87</c:v>
                </c:pt>
                <c:pt idx="181">
                  <c:v>1037.05</c:v>
                </c:pt>
                <c:pt idx="182">
                  <c:v>1037.26</c:v>
                </c:pt>
                <c:pt idx="183">
                  <c:v>1037.47</c:v>
                </c:pt>
                <c:pt idx="184">
                  <c:v>1037.67</c:v>
                </c:pt>
                <c:pt idx="185">
                  <c:v>1037.87</c:v>
                </c:pt>
                <c:pt idx="186">
                  <c:v>1038.08</c:v>
                </c:pt>
                <c:pt idx="187">
                  <c:v>1038.29</c:v>
                </c:pt>
                <c:pt idx="188">
                  <c:v>1038.49</c:v>
                </c:pt>
                <c:pt idx="189">
                  <c:v>1038.7</c:v>
                </c:pt>
                <c:pt idx="190">
                  <c:v>1038.9</c:v>
                </c:pt>
                <c:pt idx="191">
                  <c:v>1039.11</c:v>
                </c:pt>
                <c:pt idx="192">
                  <c:v>1039.32</c:v>
                </c:pt>
                <c:pt idx="193">
                  <c:v>1039.52</c:v>
                </c:pt>
                <c:pt idx="194">
                  <c:v>1039.73</c:v>
                </c:pt>
                <c:pt idx="195">
                  <c:v>1039.94</c:v>
                </c:pt>
                <c:pt idx="196">
                  <c:v>1040.15</c:v>
                </c:pt>
                <c:pt idx="197">
                  <c:v>1040.36</c:v>
                </c:pt>
                <c:pt idx="198">
                  <c:v>1040.56</c:v>
                </c:pt>
                <c:pt idx="199">
                  <c:v>1040.77</c:v>
                </c:pt>
                <c:pt idx="200">
                  <c:v>1040.98</c:v>
                </c:pt>
                <c:pt idx="201">
                  <c:v>1041.19</c:v>
                </c:pt>
                <c:pt idx="202">
                  <c:v>1041.42</c:v>
                </c:pt>
                <c:pt idx="203">
                  <c:v>1041.62</c:v>
                </c:pt>
                <c:pt idx="204">
                  <c:v>1041.82</c:v>
                </c:pt>
                <c:pt idx="205">
                  <c:v>1042.03</c:v>
                </c:pt>
                <c:pt idx="206">
                  <c:v>1042.23</c:v>
                </c:pt>
                <c:pt idx="207">
                  <c:v>1042.44</c:v>
                </c:pt>
                <c:pt idx="208">
                  <c:v>1042.64</c:v>
                </c:pt>
                <c:pt idx="209">
                  <c:v>1042.85</c:v>
                </c:pt>
                <c:pt idx="210">
                  <c:v>1043.07</c:v>
                </c:pt>
                <c:pt idx="211">
                  <c:v>1043.28</c:v>
                </c:pt>
                <c:pt idx="212">
                  <c:v>1043.49</c:v>
                </c:pt>
                <c:pt idx="213">
                  <c:v>1043.7</c:v>
                </c:pt>
                <c:pt idx="214">
                  <c:v>1043.91</c:v>
                </c:pt>
                <c:pt idx="215">
                  <c:v>1044.11</c:v>
                </c:pt>
                <c:pt idx="216">
                  <c:v>1044.32</c:v>
                </c:pt>
                <c:pt idx="217">
                  <c:v>1044.53</c:v>
                </c:pt>
                <c:pt idx="218">
                  <c:v>1044.74</c:v>
                </c:pt>
                <c:pt idx="219">
                  <c:v>1044.95</c:v>
                </c:pt>
                <c:pt idx="220">
                  <c:v>1045.16</c:v>
                </c:pt>
                <c:pt idx="221">
                  <c:v>1045.36</c:v>
                </c:pt>
                <c:pt idx="222">
                  <c:v>1045.57</c:v>
                </c:pt>
                <c:pt idx="223">
                  <c:v>1045.77</c:v>
                </c:pt>
                <c:pt idx="224">
                  <c:v>1045.97</c:v>
                </c:pt>
                <c:pt idx="225">
                  <c:v>1046.17</c:v>
                </c:pt>
                <c:pt idx="226">
                  <c:v>1046.37</c:v>
                </c:pt>
                <c:pt idx="227">
                  <c:v>1046.56</c:v>
                </c:pt>
                <c:pt idx="228">
                  <c:v>1046.76</c:v>
                </c:pt>
                <c:pt idx="229">
                  <c:v>1046.96</c:v>
                </c:pt>
                <c:pt idx="230">
                  <c:v>1047.14</c:v>
                </c:pt>
                <c:pt idx="231">
                  <c:v>1047.34</c:v>
                </c:pt>
                <c:pt idx="232">
                  <c:v>1047.54</c:v>
                </c:pt>
                <c:pt idx="233">
                  <c:v>1047.73</c:v>
                </c:pt>
                <c:pt idx="234">
                  <c:v>1047.94</c:v>
                </c:pt>
                <c:pt idx="235">
                  <c:v>1048.14</c:v>
                </c:pt>
                <c:pt idx="236">
                  <c:v>1048.35</c:v>
                </c:pt>
                <c:pt idx="237">
                  <c:v>1048.56</c:v>
                </c:pt>
                <c:pt idx="238">
                  <c:v>1048.76</c:v>
                </c:pt>
                <c:pt idx="239">
                  <c:v>1048.97</c:v>
                </c:pt>
                <c:pt idx="240">
                  <c:v>1049.17</c:v>
                </c:pt>
                <c:pt idx="241">
                  <c:v>1049.38</c:v>
                </c:pt>
                <c:pt idx="242">
                  <c:v>1049.58</c:v>
                </c:pt>
                <c:pt idx="243">
                  <c:v>1049.79</c:v>
                </c:pt>
                <c:pt idx="244">
                  <c:v>1049.99</c:v>
                </c:pt>
                <c:pt idx="245">
                  <c:v>1050.2</c:v>
                </c:pt>
                <c:pt idx="246">
                  <c:v>1050.41</c:v>
                </c:pt>
                <c:pt idx="247">
                  <c:v>1050.62</c:v>
                </c:pt>
                <c:pt idx="248">
                  <c:v>1050.83</c:v>
                </c:pt>
                <c:pt idx="249">
                  <c:v>1051.04</c:v>
                </c:pt>
                <c:pt idx="250">
                  <c:v>1051.24</c:v>
                </c:pt>
                <c:pt idx="251">
                  <c:v>1051.45</c:v>
                </c:pt>
                <c:pt idx="252">
                  <c:v>1051.66</c:v>
                </c:pt>
                <c:pt idx="253">
                  <c:v>1051.86</c:v>
                </c:pt>
                <c:pt idx="254">
                  <c:v>1052.06</c:v>
                </c:pt>
                <c:pt idx="255">
                  <c:v>1052.26</c:v>
                </c:pt>
                <c:pt idx="256">
                  <c:v>1052.46</c:v>
                </c:pt>
                <c:pt idx="257">
                  <c:v>1052.66</c:v>
                </c:pt>
                <c:pt idx="258">
                  <c:v>1052.87</c:v>
                </c:pt>
                <c:pt idx="259">
                  <c:v>1053.07</c:v>
                </c:pt>
                <c:pt idx="260">
                  <c:v>1053.24</c:v>
                </c:pt>
                <c:pt idx="261">
                  <c:v>1053.44</c:v>
                </c:pt>
                <c:pt idx="262">
                  <c:v>1053.64</c:v>
                </c:pt>
                <c:pt idx="263">
                  <c:v>1053.85</c:v>
                </c:pt>
                <c:pt idx="264">
                  <c:v>1054.05</c:v>
                </c:pt>
                <c:pt idx="265">
                  <c:v>1054.24</c:v>
                </c:pt>
                <c:pt idx="266">
                  <c:v>1054.45</c:v>
                </c:pt>
                <c:pt idx="267">
                  <c:v>1054.66</c:v>
                </c:pt>
                <c:pt idx="268">
                  <c:v>1054.86</c:v>
                </c:pt>
                <c:pt idx="269">
                  <c:v>1055.07</c:v>
                </c:pt>
                <c:pt idx="270">
                  <c:v>1055.27</c:v>
                </c:pt>
                <c:pt idx="271">
                  <c:v>1055.47</c:v>
                </c:pt>
                <c:pt idx="272">
                  <c:v>1055.68</c:v>
                </c:pt>
                <c:pt idx="273">
                  <c:v>1055.88</c:v>
                </c:pt>
                <c:pt idx="274">
                  <c:v>1056.09</c:v>
                </c:pt>
                <c:pt idx="275">
                  <c:v>1056.29</c:v>
                </c:pt>
                <c:pt idx="276">
                  <c:v>1056.5</c:v>
                </c:pt>
                <c:pt idx="277">
                  <c:v>1056.71</c:v>
                </c:pt>
                <c:pt idx="278">
                  <c:v>1056.9</c:v>
                </c:pt>
                <c:pt idx="279">
                  <c:v>1057.1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905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Sheet1!$C$2:$C$281</c:f>
              <c:numCache>
                <c:formatCode>General</c:formatCode>
                <c:ptCount val="280"/>
                <c:pt idx="0">
                  <c:v>1000</c:v>
                </c:pt>
                <c:pt idx="1">
                  <c:v>1003.83</c:v>
                </c:pt>
                <c:pt idx="2">
                  <c:v>1008.08</c:v>
                </c:pt>
                <c:pt idx="3">
                  <c:v>1012.07</c:v>
                </c:pt>
                <c:pt idx="4">
                  <c:v>1015.96</c:v>
                </c:pt>
                <c:pt idx="5">
                  <c:v>1020.29</c:v>
                </c:pt>
                <c:pt idx="6">
                  <c:v>1024.12</c:v>
                </c:pt>
                <c:pt idx="7">
                  <c:v>1027.71</c:v>
                </c:pt>
                <c:pt idx="8">
                  <c:v>1031.83</c:v>
                </c:pt>
                <c:pt idx="9">
                  <c:v>1035.71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905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Sheet1!$D$2:$D$281</c:f>
              <c:numCache>
                <c:formatCode>General</c:formatCode>
                <c:ptCount val="280"/>
                <c:pt idx="0">
                  <c:v>1000</c:v>
                </c:pt>
                <c:pt idx="1">
                  <c:v>1003</c:v>
                </c:pt>
                <c:pt idx="2">
                  <c:v>1005.77</c:v>
                </c:pt>
                <c:pt idx="3">
                  <c:v>1008.65</c:v>
                </c:pt>
                <c:pt idx="4">
                  <c:v>1011.47</c:v>
                </c:pt>
                <c:pt idx="5">
                  <c:v>1014.34</c:v>
                </c:pt>
                <c:pt idx="6">
                  <c:v>1017.11</c:v>
                </c:pt>
                <c:pt idx="7">
                  <c:v>1019.59</c:v>
                </c:pt>
                <c:pt idx="8">
                  <c:v>1022.33</c:v>
                </c:pt>
                <c:pt idx="9">
                  <c:v>1024.99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8"/>
      </c:catAx>
      <c:valAx>
        <c:axId val="2094734552"/>
        <c:scaling>
          <c:orientation val="minMax"/>
          <c:min val="950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0689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" y="141732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76,637,334-8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2025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0,295% IVA Incluido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118872" y="4224528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" y="4315968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8872" y="4498848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" y="4562856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18872" y="531266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" y="540410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18872" y="558698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8872" y="5650992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FLEXIBLE, es la tasa de politica monetaria promedio del Banco Central de Chile.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18872" y="630936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8872" y="6400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8872" y="6583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8872" y="664768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6 CLP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06040" y="2240280"/>
            <a:ext cx="48188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Flexible</a:t>
            </a:r>
            <a:endParaRPr lang="en-US" sz="750" dirty="0"/>
          </a:p>
        </p:txBody>
      </p:sp>
      <p:graphicFrame>
        <p:nvGraphicFramePr>
          <p:cNvPr id="47" name="Chart 0" descr=""/>
          <p:cNvGraphicFramePr/>
          <p:nvPr/>
        </p:nvGraphicFramePr>
        <p:xfrm>
          <a:off x="2606040" y="2414016"/>
          <a:ext cx="4818888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8" name="Text 45"/>
          <p:cNvSpPr/>
          <p:nvPr/>
        </p:nvSpPr>
        <p:spPr>
          <a:xfrm>
            <a:off x="2606040" y="4315968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2606040" y="457200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645152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FLEXIBLE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1" name="Text 47"/>
          <p:cNvSpPr/>
          <p:nvPr/>
        </p:nvSpPr>
        <p:spPr>
          <a:xfrm>
            <a:off x="2606040" y="5422392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2" name="Shape 48"/>
          <p:cNvSpPr/>
          <p:nvPr/>
        </p:nvSpPr>
        <p:spPr>
          <a:xfrm>
            <a:off x="2606040" y="5586984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650992"/>
          <a:ext cx="4818888" cy="914400"/>
        </p:xfrm>
        <a:graphic>
          <a:graphicData uri="http://schemas.openxmlformats.org/drawingml/2006/table">
            <a:tbl>
              <a:tblPr/>
              <a:tblGrid>
                <a:gridCol w="219456"/>
                <a:gridCol w="859536"/>
                <a:gridCol w="265176"/>
                <a:gridCol w="265176"/>
                <a:gridCol w="265176"/>
                <a:gridCol w="265176"/>
                <a:gridCol w="265176"/>
                <a:gridCol w="265176"/>
                <a:gridCol w="256032"/>
                <a:gridCol w="265176"/>
                <a:gridCol w="256032"/>
                <a:gridCol w="265176"/>
                <a:gridCol w="256032"/>
                <a:gridCol w="256032"/>
                <a:gridCol w="274320"/>
              </a:tblGrid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FLEXIBLE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FLEXIBLE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FLEXIBLE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FLEXIBLE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FLEXIBLE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FLEXIBLE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-11.11%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-8.65%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FLEXIBLE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FLEXIBLE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FLEXIBLE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0689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" y="1810512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" y="190195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18872" y="2084832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" y="21579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FMX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90472" y="215798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18872" y="242316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" y="25146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18872" y="26974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" y="27706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90472" y="277063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63,16%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8872" y="2971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490472" y="297180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8872" y="31729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490472" y="31729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8,84%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8872" y="33741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490472" y="3374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2026-05-15T18:03:58Z</dcterms:created>
  <dcterms:modified xsi:type="dcterms:W3CDTF">2026-05-15T18:03:58Z</dcterms:modified>
</cp:coreProperties>
</file>