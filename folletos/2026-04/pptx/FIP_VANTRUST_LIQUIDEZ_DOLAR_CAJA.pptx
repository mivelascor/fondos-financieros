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1004.46</c:v>
                </c:pt>
                <c:pt idx="2">
                  <c:v>1008.57</c:v>
                </c:pt>
                <c:pt idx="3">
                  <c:v>1012.86</c:v>
                </c:pt>
                <c:pt idx="4">
                  <c:v>1016.88</c:v>
                </c:pt>
                <c:pt idx="5">
                  <c:v>1021.25</c:v>
                </c:pt>
                <c:pt idx="6">
                  <c:v>1025.71</c:v>
                </c:pt>
                <c:pt idx="7">
                  <c:v>1028.84</c:v>
                </c:pt>
                <c:pt idx="8">
                  <c:v>1033.75</c:v>
                </c:pt>
                <c:pt idx="9">
                  <c:v>1037.95</c:v>
                </c:pt>
                <c:pt idx="10">
                  <c:v>1038.75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458,09%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2026-05-14T22:15:45Z</dcterms:created>
  <dcterms:modified xsi:type="dcterms:W3CDTF">2026-05-14T22:15:45Z</dcterms:modified>
</cp:coreProperties>
</file>