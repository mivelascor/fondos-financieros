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DOLAR CAJA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1004.45</c:v>
                </c:pt>
                <c:pt idx="2">
                  <c:v>1008.54</c:v>
                </c:pt>
                <c:pt idx="3">
                  <c:v>1012.8</c:v>
                </c:pt>
                <c:pt idx="4">
                  <c:v>1016.81</c:v>
                </c:pt>
                <c:pt idx="5">
                  <c:v>1021.34</c:v>
                </c:pt>
                <c:pt idx="6">
                  <c:v>1025.61</c:v>
                </c:pt>
                <c:pt idx="7">
                  <c:v>1028.72</c:v>
                </c:pt>
                <c:pt idx="8">
                  <c:v>1033.61</c:v>
                </c:pt>
                <c:pt idx="9">
                  <c:v>1037.79</c:v>
                </c:pt>
                <c:pt idx="10">
                  <c:v>1038.59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982.84</c:v>
                </c:pt>
                <c:pt idx="1">
                  <c:v>982.84</c:v>
                </c:pt>
                <c:pt idx="2">
                  <c:v>985.55</c:v>
                </c:pt>
                <c:pt idx="3">
                  <c:v>988.48</c:v>
                </c:pt>
                <c:pt idx="4">
                  <c:v>991.3</c:v>
                </c:pt>
                <c:pt idx="5">
                  <c:v>994.2</c:v>
                </c:pt>
                <c:pt idx="6">
                  <c:v>997.03</c:v>
                </c:pt>
                <c:pt idx="7">
                  <c:v>1000</c:v>
                </c:pt>
                <c:pt idx="8">
                  <c:v>1003.01</c:v>
                </c:pt>
                <c:pt idx="9">
                  <c:v>1005.93</c:v>
                </c:pt>
                <c:pt idx="10">
                  <c:v>1008.9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76.933.989-2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Diciembre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0,50%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 Caja,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USD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 Caja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26,63%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28,74%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22,53%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2026-05-18T17:38:36Z</dcterms:created>
  <dcterms:modified xsi:type="dcterms:W3CDTF">2026-05-18T17:38:36Z</dcterms:modified>
</cp:coreProperties>
</file>