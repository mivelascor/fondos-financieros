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519.78</c:v>
                </c:pt>
                <c:pt idx="1">
                  <c:v>522.32</c:v>
                </c:pt>
                <c:pt idx="2">
                  <c:v>523.75</c:v>
                </c:pt>
                <c:pt idx="3">
                  <c:v>524.58</c:v>
                </c:pt>
                <c:pt idx="4">
                  <c:v>525.18</c:v>
                </c:pt>
                <c:pt idx="5">
                  <c:v>525.63</c:v>
                </c:pt>
                <c:pt idx="6">
                  <c:v>525.88</c:v>
                </c:pt>
                <c:pt idx="7">
                  <c:v>526.1</c:v>
                </c:pt>
                <c:pt idx="8">
                  <c:v>526.32</c:v>
                </c:pt>
                <c:pt idx="9">
                  <c:v>526.54</c:v>
                </c:pt>
                <c:pt idx="10">
                  <c:v>526.76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DOLAR CAJA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1000</c:v>
                </c:pt>
                <c:pt idx="1">
                  <c:v>1004.45</c:v>
                </c:pt>
                <c:pt idx="2">
                  <c:v>1008.54</c:v>
                </c:pt>
                <c:pt idx="3">
                  <c:v>1012.8</c:v>
                </c:pt>
                <c:pt idx="4">
                  <c:v>1016.81</c:v>
                </c:pt>
                <c:pt idx="5">
                  <c:v>1021.34</c:v>
                </c:pt>
                <c:pt idx="6">
                  <c:v>1025.61</c:v>
                </c:pt>
                <c:pt idx="7">
                  <c:v>1028.72</c:v>
                </c:pt>
                <c:pt idx="8">
                  <c:v>1033.61</c:v>
                </c:pt>
                <c:pt idx="9">
                  <c:v>1037.79</c:v>
                </c:pt>
                <c:pt idx="10">
                  <c:v>1038.59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982.84</c:v>
                </c:pt>
                <c:pt idx="1">
                  <c:v>982.84</c:v>
                </c:pt>
                <c:pt idx="2">
                  <c:v>985.55</c:v>
                </c:pt>
                <c:pt idx="3">
                  <c:v>988.48</c:v>
                </c:pt>
                <c:pt idx="4">
                  <c:v>991.3</c:v>
                </c:pt>
                <c:pt idx="5">
                  <c:v>994.2</c:v>
                </c:pt>
                <c:pt idx="6">
                  <c:v>997.03</c:v>
                </c:pt>
                <c:pt idx="7">
                  <c:v>1000</c:v>
                </c:pt>
                <c:pt idx="8">
                  <c:v>1003.01</c:v>
                </c:pt>
                <c:pt idx="9">
                  <c:v>1005.93</c:v>
                </c:pt>
                <c:pt idx="10">
                  <c:v>1008.9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504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Dolar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Caja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76.933.989-2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USD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Diciembre 2017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Menor valor entre 0,50% anual + IVA y 50% de rentabilidad + IVA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Dolar Caja,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12 USD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Dolar Caja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DOLAR CAJA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22960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83464"/>
              </a:tblGrid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DOLAR CAJA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DOLAR CAJA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USD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26,63%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28,74%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22,53%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22,10%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2026-05-18T17:50:34Z</dcterms:created>
  <dcterms:modified xsi:type="dcterms:W3CDTF">2026-05-18T17:50:34Z</dcterms:modified>
</cp:coreProperties>
</file>