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1004.45</c:v>
                </c:pt>
                <c:pt idx="2">
                  <c:v>1008.54</c:v>
                </c:pt>
                <c:pt idx="3">
                  <c:v>1012.8</c:v>
                </c:pt>
                <c:pt idx="4">
                  <c:v>1016.81</c:v>
                </c:pt>
                <c:pt idx="5">
                  <c:v>1021.34</c:v>
                </c:pt>
                <c:pt idx="6">
                  <c:v>1025.61</c:v>
                </c:pt>
                <c:pt idx="7">
                  <c:v>1028.72</c:v>
                </c:pt>
                <c:pt idx="8">
                  <c:v>1033.61</c:v>
                </c:pt>
                <c:pt idx="9">
                  <c:v>1037.79</c:v>
                </c:pt>
                <c:pt idx="10">
                  <c:v>1038.59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2026-05-18T12:47:57Z</dcterms:created>
  <dcterms:modified xsi:type="dcterms:W3CDTF">2026-05-18T12:47:57Z</dcterms:modified>
</cp:coreProperties>
</file>