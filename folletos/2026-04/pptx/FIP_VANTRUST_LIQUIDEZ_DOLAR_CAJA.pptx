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Dolar Caja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1000.18</c:v>
                </c:pt>
                <c:pt idx="2">
                  <c:v>1000.27</c:v>
                </c:pt>
                <c:pt idx="3">
                  <c:v>1000.45</c:v>
                </c:pt>
                <c:pt idx="4">
                  <c:v>1000.63</c:v>
                </c:pt>
                <c:pt idx="5">
                  <c:v>1000.71</c:v>
                </c:pt>
                <c:pt idx="6">
                  <c:v>1000.89</c:v>
                </c:pt>
                <c:pt idx="7">
                  <c:v>1001.07</c:v>
                </c:pt>
                <c:pt idx="8">
                  <c:v>1001.16</c:v>
                </c:pt>
                <c:pt idx="9">
                  <c:v>1001.34</c:v>
                </c:pt>
                <c:pt idx="10">
                  <c:v>1001.43</c:v>
                </c:pt>
                <c:pt idx="11">
                  <c:v>1001.61</c:v>
                </c:pt>
                <c:pt idx="12">
                  <c:v>1001.79</c:v>
                </c:pt>
                <c:pt idx="13">
                  <c:v>1001.88</c:v>
                </c:pt>
                <c:pt idx="14">
                  <c:v>1002.05</c:v>
                </c:pt>
                <c:pt idx="15">
                  <c:v>1002.23</c:v>
                </c:pt>
                <c:pt idx="16">
                  <c:v>1002.41</c:v>
                </c:pt>
                <c:pt idx="17">
                  <c:v>1002.5</c:v>
                </c:pt>
                <c:pt idx="18">
                  <c:v>1002.68</c:v>
                </c:pt>
                <c:pt idx="19">
                  <c:v>1002.86</c:v>
                </c:pt>
                <c:pt idx="20">
                  <c:v>1002.95</c:v>
                </c:pt>
                <c:pt idx="21">
                  <c:v>1003.13</c:v>
                </c:pt>
                <c:pt idx="22">
                  <c:v>1003.21</c:v>
                </c:pt>
                <c:pt idx="23">
                  <c:v>1003.39</c:v>
                </c:pt>
                <c:pt idx="24">
                  <c:v>1003.57</c:v>
                </c:pt>
                <c:pt idx="25">
                  <c:v>1003.66</c:v>
                </c:pt>
                <c:pt idx="26">
                  <c:v>1003.84</c:v>
                </c:pt>
                <c:pt idx="27">
                  <c:v>1004.02</c:v>
                </c:pt>
                <c:pt idx="28">
                  <c:v>1004.11</c:v>
                </c:pt>
                <c:pt idx="29">
                  <c:v>1004.29</c:v>
                </c:pt>
                <c:pt idx="30">
                  <c:v>1004.38</c:v>
                </c:pt>
                <c:pt idx="31">
                  <c:v>1004.47</c:v>
                </c:pt>
                <c:pt idx="32">
                  <c:v>1004.64</c:v>
                </c:pt>
                <c:pt idx="33">
                  <c:v>1004.73</c:v>
                </c:pt>
                <c:pt idx="34">
                  <c:v>1004.82</c:v>
                </c:pt>
                <c:pt idx="35">
                  <c:v>1004.91</c:v>
                </c:pt>
                <c:pt idx="36">
                  <c:v>1005.09</c:v>
                </c:pt>
                <c:pt idx="37">
                  <c:v>1005.18</c:v>
                </c:pt>
                <c:pt idx="38">
                  <c:v>1005.36</c:v>
                </c:pt>
                <c:pt idx="39">
                  <c:v>1005.54</c:v>
                </c:pt>
                <c:pt idx="40">
                  <c:v>1005.63</c:v>
                </c:pt>
                <c:pt idx="41">
                  <c:v>1005.72</c:v>
                </c:pt>
                <c:pt idx="42">
                  <c:v>1005.89</c:v>
                </c:pt>
                <c:pt idx="43">
                  <c:v>1006.07</c:v>
                </c:pt>
                <c:pt idx="44">
                  <c:v>1006.16</c:v>
                </c:pt>
                <c:pt idx="45">
                  <c:v>1006.34</c:v>
                </c:pt>
                <c:pt idx="46">
                  <c:v>1006.52</c:v>
                </c:pt>
                <c:pt idx="47">
                  <c:v>1006.61</c:v>
                </c:pt>
                <c:pt idx="48">
                  <c:v>1006.79</c:v>
                </c:pt>
                <c:pt idx="49">
                  <c:v>1006.88</c:v>
                </c:pt>
                <c:pt idx="50">
                  <c:v>1007.05</c:v>
                </c:pt>
                <c:pt idx="51">
                  <c:v>1007.14</c:v>
                </c:pt>
                <c:pt idx="52">
                  <c:v>1007.32</c:v>
                </c:pt>
                <c:pt idx="53">
                  <c:v>1007.41</c:v>
                </c:pt>
                <c:pt idx="54">
                  <c:v>1007.59</c:v>
                </c:pt>
                <c:pt idx="55">
                  <c:v>1007.68</c:v>
                </c:pt>
                <c:pt idx="56">
                  <c:v>1007.86</c:v>
                </c:pt>
                <c:pt idx="57">
                  <c:v>1007.95</c:v>
                </c:pt>
                <c:pt idx="58">
                  <c:v>1008.13</c:v>
                </c:pt>
                <c:pt idx="59">
                  <c:v>1008.31</c:v>
                </c:pt>
                <c:pt idx="60">
                  <c:v>1008.39</c:v>
                </c:pt>
                <c:pt idx="61">
                  <c:v>1008.57</c:v>
                </c:pt>
                <c:pt idx="62">
                  <c:v>1008.75</c:v>
                </c:pt>
                <c:pt idx="63">
                  <c:v>1008.84</c:v>
                </c:pt>
                <c:pt idx="64">
                  <c:v>1008.93</c:v>
                </c:pt>
                <c:pt idx="65">
                  <c:v>1009.11</c:v>
                </c:pt>
                <c:pt idx="66">
                  <c:v>1009.29</c:v>
                </c:pt>
                <c:pt idx="67">
                  <c:v>1009.47</c:v>
                </c:pt>
                <c:pt idx="68">
                  <c:v>1009.56</c:v>
                </c:pt>
                <c:pt idx="69">
                  <c:v>1009.73</c:v>
                </c:pt>
                <c:pt idx="70">
                  <c:v>1009.91</c:v>
                </c:pt>
                <c:pt idx="71">
                  <c:v>1010</c:v>
                </c:pt>
                <c:pt idx="72">
                  <c:v>1010.18</c:v>
                </c:pt>
                <c:pt idx="73">
                  <c:v>1010.36</c:v>
                </c:pt>
                <c:pt idx="74">
                  <c:v>1010.45</c:v>
                </c:pt>
                <c:pt idx="75">
                  <c:v>1010.63</c:v>
                </c:pt>
                <c:pt idx="76">
                  <c:v>1010.81</c:v>
                </c:pt>
                <c:pt idx="77">
                  <c:v>1010.89</c:v>
                </c:pt>
                <c:pt idx="78">
                  <c:v>1010.98</c:v>
                </c:pt>
                <c:pt idx="79">
                  <c:v>1011.16</c:v>
                </c:pt>
                <c:pt idx="80">
                  <c:v>1011.34</c:v>
                </c:pt>
                <c:pt idx="81">
                  <c:v>1011.52</c:v>
                </c:pt>
                <c:pt idx="82">
                  <c:v>1011.61</c:v>
                </c:pt>
                <c:pt idx="83">
                  <c:v>1011.7</c:v>
                </c:pt>
                <c:pt idx="84">
                  <c:v>1011.88</c:v>
                </c:pt>
                <c:pt idx="85">
                  <c:v>1011.97</c:v>
                </c:pt>
                <c:pt idx="86">
                  <c:v>1012.06</c:v>
                </c:pt>
                <c:pt idx="87">
                  <c:v>1012.23</c:v>
                </c:pt>
                <c:pt idx="88">
                  <c:v>1012.32</c:v>
                </c:pt>
                <c:pt idx="89">
                  <c:v>1012.5</c:v>
                </c:pt>
                <c:pt idx="90">
                  <c:v>1012.59</c:v>
                </c:pt>
                <c:pt idx="91">
                  <c:v>1012.68</c:v>
                </c:pt>
                <c:pt idx="92">
                  <c:v>1012.86</c:v>
                </c:pt>
                <c:pt idx="93">
                  <c:v>1013.04</c:v>
                </c:pt>
                <c:pt idx="94">
                  <c:v>1013.13</c:v>
                </c:pt>
                <c:pt idx="95">
                  <c:v>1013.31</c:v>
                </c:pt>
                <c:pt idx="96">
                  <c:v>1013.4</c:v>
                </c:pt>
                <c:pt idx="97">
                  <c:v>1013.57</c:v>
                </c:pt>
                <c:pt idx="98">
                  <c:v>1013.66</c:v>
                </c:pt>
                <c:pt idx="99">
                  <c:v>1013.75</c:v>
                </c:pt>
                <c:pt idx="100">
                  <c:v>1013.93</c:v>
                </c:pt>
                <c:pt idx="101">
                  <c:v>1014.11</c:v>
                </c:pt>
                <c:pt idx="102">
                  <c:v>1014.2</c:v>
                </c:pt>
                <c:pt idx="103">
                  <c:v>1014.38</c:v>
                </c:pt>
                <c:pt idx="104">
                  <c:v>1014.47</c:v>
                </c:pt>
                <c:pt idx="105">
                  <c:v>1014.65</c:v>
                </c:pt>
                <c:pt idx="106">
                  <c:v>1014.73</c:v>
                </c:pt>
                <c:pt idx="107">
                  <c:v>1014.91</c:v>
                </c:pt>
                <c:pt idx="108">
                  <c:v>1015.09</c:v>
                </c:pt>
                <c:pt idx="109">
                  <c:v>1015.18</c:v>
                </c:pt>
                <c:pt idx="110">
                  <c:v>1015.27</c:v>
                </c:pt>
                <c:pt idx="111">
                  <c:v>1015.45</c:v>
                </c:pt>
                <c:pt idx="112">
                  <c:v>1015.63</c:v>
                </c:pt>
                <c:pt idx="113">
                  <c:v>1015.72</c:v>
                </c:pt>
                <c:pt idx="114">
                  <c:v>1015.81</c:v>
                </c:pt>
                <c:pt idx="115">
                  <c:v>1015.98</c:v>
                </c:pt>
                <c:pt idx="116">
                  <c:v>1016.07</c:v>
                </c:pt>
                <c:pt idx="117">
                  <c:v>1016.25</c:v>
                </c:pt>
                <c:pt idx="118">
                  <c:v>1016.34</c:v>
                </c:pt>
                <c:pt idx="119">
                  <c:v>1016.52</c:v>
                </c:pt>
                <c:pt idx="120">
                  <c:v>1016.61</c:v>
                </c:pt>
                <c:pt idx="121">
                  <c:v>1016.79</c:v>
                </c:pt>
                <c:pt idx="122">
                  <c:v>1016.88</c:v>
                </c:pt>
                <c:pt idx="123">
                  <c:v>1017.06</c:v>
                </c:pt>
                <c:pt idx="124">
                  <c:v>1017.24</c:v>
                </c:pt>
                <c:pt idx="125">
                  <c:v>1017.32</c:v>
                </c:pt>
                <c:pt idx="126">
                  <c:v>1017.41</c:v>
                </c:pt>
                <c:pt idx="127">
                  <c:v>1017.59</c:v>
                </c:pt>
                <c:pt idx="128">
                  <c:v>1017.68</c:v>
                </c:pt>
                <c:pt idx="129">
                  <c:v>1017.77</c:v>
                </c:pt>
                <c:pt idx="130">
                  <c:v>1017.95</c:v>
                </c:pt>
                <c:pt idx="131">
                  <c:v>1018.04</c:v>
                </c:pt>
                <c:pt idx="132">
                  <c:v>1018.22</c:v>
                </c:pt>
                <c:pt idx="133">
                  <c:v>1018.31</c:v>
                </c:pt>
                <c:pt idx="134">
                  <c:v>1018.49</c:v>
                </c:pt>
                <c:pt idx="135">
                  <c:v>1018.66</c:v>
                </c:pt>
                <c:pt idx="136">
                  <c:v>1018.75</c:v>
                </c:pt>
                <c:pt idx="137">
                  <c:v>1018.93</c:v>
                </c:pt>
                <c:pt idx="138">
                  <c:v>1019.02</c:v>
                </c:pt>
                <c:pt idx="139">
                  <c:v>1019.11</c:v>
                </c:pt>
                <c:pt idx="140">
                  <c:v>1019.2</c:v>
                </c:pt>
                <c:pt idx="141">
                  <c:v>1019.38</c:v>
                </c:pt>
                <c:pt idx="142">
                  <c:v>1019.56</c:v>
                </c:pt>
                <c:pt idx="143">
                  <c:v>1019.65</c:v>
                </c:pt>
                <c:pt idx="144">
                  <c:v>1019.82</c:v>
                </c:pt>
                <c:pt idx="145">
                  <c:v>1019.91</c:v>
                </c:pt>
                <c:pt idx="146">
                  <c:v>1020.09</c:v>
                </c:pt>
                <c:pt idx="147">
                  <c:v>1020.27</c:v>
                </c:pt>
                <c:pt idx="148">
                  <c:v>1020.45</c:v>
                </c:pt>
                <c:pt idx="149">
                  <c:v>1020.63</c:v>
                </c:pt>
                <c:pt idx="150">
                  <c:v>1020.81</c:v>
                </c:pt>
                <c:pt idx="151">
                  <c:v>1020.99</c:v>
                </c:pt>
                <c:pt idx="152">
                  <c:v>1021.08</c:v>
                </c:pt>
                <c:pt idx="153">
                  <c:v>1021.25</c:v>
                </c:pt>
                <c:pt idx="154">
                  <c:v>1021.43</c:v>
                </c:pt>
                <c:pt idx="155">
                  <c:v>1021.61</c:v>
                </c:pt>
                <c:pt idx="156">
                  <c:v>1021.79</c:v>
                </c:pt>
                <c:pt idx="157">
                  <c:v>1021.97</c:v>
                </c:pt>
                <c:pt idx="158">
                  <c:v>1022.15</c:v>
                </c:pt>
                <c:pt idx="159">
                  <c:v>1022.33</c:v>
                </c:pt>
                <c:pt idx="160">
                  <c:v>1022.41</c:v>
                </c:pt>
                <c:pt idx="161">
                  <c:v>1022.59</c:v>
                </c:pt>
                <c:pt idx="162">
                  <c:v>1022.77</c:v>
                </c:pt>
                <c:pt idx="163">
                  <c:v>1022.95</c:v>
                </c:pt>
                <c:pt idx="164">
                  <c:v>1023.13</c:v>
                </c:pt>
                <c:pt idx="165">
                  <c:v>1023.31</c:v>
                </c:pt>
                <c:pt idx="166">
                  <c:v>1023.49</c:v>
                </c:pt>
                <c:pt idx="167">
                  <c:v>1023.49</c:v>
                </c:pt>
                <c:pt idx="168">
                  <c:v>1023.66</c:v>
                </c:pt>
                <c:pt idx="169">
                  <c:v>1023.84</c:v>
                </c:pt>
                <c:pt idx="170">
                  <c:v>1023.93</c:v>
                </c:pt>
                <c:pt idx="171">
                  <c:v>1024.11</c:v>
                </c:pt>
                <c:pt idx="172">
                  <c:v>1024.29</c:v>
                </c:pt>
                <c:pt idx="173">
                  <c:v>1024.38</c:v>
                </c:pt>
                <c:pt idx="174">
                  <c:v>1024.56</c:v>
                </c:pt>
                <c:pt idx="175">
                  <c:v>1024.65</c:v>
                </c:pt>
                <c:pt idx="176">
                  <c:v>1024.83</c:v>
                </c:pt>
                <c:pt idx="177">
                  <c:v>1024.92</c:v>
                </c:pt>
                <c:pt idx="178">
                  <c:v>1025.09</c:v>
                </c:pt>
                <c:pt idx="179">
                  <c:v>1025.18</c:v>
                </c:pt>
                <c:pt idx="180">
                  <c:v>1025.27</c:v>
                </c:pt>
                <c:pt idx="181">
                  <c:v>1025.45</c:v>
                </c:pt>
                <c:pt idx="182">
                  <c:v>1025.54</c:v>
                </c:pt>
                <c:pt idx="183">
                  <c:v>1025.72</c:v>
                </c:pt>
                <c:pt idx="184">
                  <c:v>1025.81</c:v>
                </c:pt>
                <c:pt idx="185">
                  <c:v>1025.9</c:v>
                </c:pt>
                <c:pt idx="186">
                  <c:v>1026.08</c:v>
                </c:pt>
                <c:pt idx="187">
                  <c:v>1026.17</c:v>
                </c:pt>
                <c:pt idx="188">
                  <c:v>1026.25</c:v>
                </c:pt>
                <c:pt idx="189">
                  <c:v>1026.43</c:v>
                </c:pt>
                <c:pt idx="190">
                  <c:v>1026.52</c:v>
                </c:pt>
                <c:pt idx="191">
                  <c:v>1026.61</c:v>
                </c:pt>
                <c:pt idx="192">
                  <c:v>1026.7</c:v>
                </c:pt>
                <c:pt idx="193">
                  <c:v>1026.79</c:v>
                </c:pt>
                <c:pt idx="194">
                  <c:v>1026.88</c:v>
                </c:pt>
                <c:pt idx="195">
                  <c:v>1026.97</c:v>
                </c:pt>
                <c:pt idx="196">
                  <c:v>1027.06</c:v>
                </c:pt>
                <c:pt idx="197">
                  <c:v>1027.24</c:v>
                </c:pt>
                <c:pt idx="198">
                  <c:v>1027.33</c:v>
                </c:pt>
                <c:pt idx="199">
                  <c:v>1027.42</c:v>
                </c:pt>
                <c:pt idx="200">
                  <c:v>1027.5</c:v>
                </c:pt>
                <c:pt idx="201">
                  <c:v>1027.68</c:v>
                </c:pt>
                <c:pt idx="202">
                  <c:v>1027.77</c:v>
                </c:pt>
                <c:pt idx="203">
                  <c:v>1027.95</c:v>
                </c:pt>
                <c:pt idx="204">
                  <c:v>1028.04</c:v>
                </c:pt>
                <c:pt idx="205">
                  <c:v>1028.13</c:v>
                </c:pt>
                <c:pt idx="206">
                  <c:v>1028.31</c:v>
                </c:pt>
                <c:pt idx="207">
                  <c:v>1028.4</c:v>
                </c:pt>
                <c:pt idx="208">
                  <c:v>1028.58</c:v>
                </c:pt>
                <c:pt idx="209">
                  <c:v>1028.76</c:v>
                </c:pt>
                <c:pt idx="210">
                  <c:v>1028.84</c:v>
                </c:pt>
                <c:pt idx="211">
                  <c:v>1028.93</c:v>
                </c:pt>
                <c:pt idx="212">
                  <c:v>1029.02</c:v>
                </c:pt>
                <c:pt idx="213">
                  <c:v>1029.02</c:v>
                </c:pt>
                <c:pt idx="214">
                  <c:v>1029.11</c:v>
                </c:pt>
                <c:pt idx="215">
                  <c:v>1029.2</c:v>
                </c:pt>
                <c:pt idx="216">
                  <c:v>1029.38</c:v>
                </c:pt>
                <c:pt idx="217">
                  <c:v>1029.56</c:v>
                </c:pt>
                <c:pt idx="218">
                  <c:v>1029.65</c:v>
                </c:pt>
                <c:pt idx="219">
                  <c:v>1029.83</c:v>
                </c:pt>
                <c:pt idx="220">
                  <c:v>1030.01</c:v>
                </c:pt>
                <c:pt idx="221">
                  <c:v>1030.18</c:v>
                </c:pt>
                <c:pt idx="222">
                  <c:v>1030.36</c:v>
                </c:pt>
                <c:pt idx="223">
                  <c:v>1030.54</c:v>
                </c:pt>
                <c:pt idx="224">
                  <c:v>1030.63</c:v>
                </c:pt>
                <c:pt idx="225">
                  <c:v>1030.81</c:v>
                </c:pt>
                <c:pt idx="226">
                  <c:v>1030.9</c:v>
                </c:pt>
                <c:pt idx="227">
                  <c:v>1031.08</c:v>
                </c:pt>
                <c:pt idx="228">
                  <c:v>1031.26</c:v>
                </c:pt>
                <c:pt idx="229">
                  <c:v>1031.34</c:v>
                </c:pt>
                <c:pt idx="230">
                  <c:v>1031.52</c:v>
                </c:pt>
                <c:pt idx="231">
                  <c:v>1031.7</c:v>
                </c:pt>
                <c:pt idx="232">
                  <c:v>1031.97</c:v>
                </c:pt>
                <c:pt idx="233">
                  <c:v>1032.15</c:v>
                </c:pt>
                <c:pt idx="234">
                  <c:v>1032.33</c:v>
                </c:pt>
                <c:pt idx="235">
                  <c:v>1032.51</c:v>
                </c:pt>
                <c:pt idx="236">
                  <c:v>1032.68</c:v>
                </c:pt>
                <c:pt idx="237">
                  <c:v>1032.95</c:v>
                </c:pt>
                <c:pt idx="238">
                  <c:v>1033.13</c:v>
                </c:pt>
                <c:pt idx="239">
                  <c:v>1033.31</c:v>
                </c:pt>
                <c:pt idx="240">
                  <c:v>1033.49</c:v>
                </c:pt>
                <c:pt idx="241">
                  <c:v>1033.58</c:v>
                </c:pt>
                <c:pt idx="242">
                  <c:v>1033.76</c:v>
                </c:pt>
                <c:pt idx="243">
                  <c:v>1033.85</c:v>
                </c:pt>
                <c:pt idx="244">
                  <c:v>1033.93</c:v>
                </c:pt>
                <c:pt idx="245">
                  <c:v>1034.11</c:v>
                </c:pt>
                <c:pt idx="246">
                  <c:v>1034.29</c:v>
                </c:pt>
                <c:pt idx="247">
                  <c:v>1034.47</c:v>
                </c:pt>
                <c:pt idx="248">
                  <c:v>1034.56</c:v>
                </c:pt>
                <c:pt idx="249">
                  <c:v>1034.74</c:v>
                </c:pt>
                <c:pt idx="250">
                  <c:v>1034.92</c:v>
                </c:pt>
                <c:pt idx="251">
                  <c:v>1035.01</c:v>
                </c:pt>
                <c:pt idx="252">
                  <c:v>1035.18</c:v>
                </c:pt>
                <c:pt idx="253">
                  <c:v>1035.36</c:v>
                </c:pt>
                <c:pt idx="254">
                  <c:v>1035.45</c:v>
                </c:pt>
                <c:pt idx="255">
                  <c:v>1035.63</c:v>
                </c:pt>
                <c:pt idx="256">
                  <c:v>1035.81</c:v>
                </c:pt>
                <c:pt idx="257">
                  <c:v>1035.9</c:v>
                </c:pt>
                <c:pt idx="258">
                  <c:v>1036.08</c:v>
                </c:pt>
                <c:pt idx="259">
                  <c:v>1036.17</c:v>
                </c:pt>
                <c:pt idx="260">
                  <c:v>1036.26</c:v>
                </c:pt>
                <c:pt idx="261">
                  <c:v>1036.44</c:v>
                </c:pt>
                <c:pt idx="262">
                  <c:v>1036.52</c:v>
                </c:pt>
                <c:pt idx="263">
                  <c:v>1036.61</c:v>
                </c:pt>
                <c:pt idx="264">
                  <c:v>1036.79</c:v>
                </c:pt>
                <c:pt idx="265">
                  <c:v>1036.88</c:v>
                </c:pt>
                <c:pt idx="266">
                  <c:v>1037.06</c:v>
                </c:pt>
                <c:pt idx="267">
                  <c:v>1037.15</c:v>
                </c:pt>
                <c:pt idx="268">
                  <c:v>1037.33</c:v>
                </c:pt>
                <c:pt idx="269">
                  <c:v>1037.42</c:v>
                </c:pt>
                <c:pt idx="270">
                  <c:v>1037.6</c:v>
                </c:pt>
                <c:pt idx="271">
                  <c:v>1037.69</c:v>
                </c:pt>
                <c:pt idx="272">
                  <c:v>1037.77</c:v>
                </c:pt>
                <c:pt idx="273">
                  <c:v>1037.95</c:v>
                </c:pt>
                <c:pt idx="274">
                  <c:v>1038.13</c:v>
                </c:pt>
                <c:pt idx="275">
                  <c:v>1038.22</c:v>
                </c:pt>
                <c:pt idx="276">
                  <c:v>1038.4</c:v>
                </c:pt>
                <c:pt idx="277">
                  <c:v>1038.58</c:v>
                </c:pt>
                <c:pt idx="278">
                  <c:v>1038.67</c:v>
                </c:pt>
                <c:pt idx="279">
                  <c:v>1038.94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1003.01</c:v>
                </c:pt>
                <c:pt idx="2">
                  <c:v>1005.93</c:v>
                </c:pt>
                <c:pt idx="3">
                  <c:v>1008.9</c:v>
                </c:pt>
                <c:pt idx="4">
                  <c:v>1011.73</c:v>
                </c:pt>
                <c:pt idx="5">
                  <c:v>1014.66</c:v>
                </c:pt>
                <c:pt idx="6">
                  <c:v>1017.58</c:v>
                </c:pt>
                <c:pt idx="7">
                  <c:v>1020.16</c:v>
                </c:pt>
                <c:pt idx="8">
                  <c:v>1022.94</c:v>
                </c:pt>
                <c:pt idx="9">
                  <c:v>1025.63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Dolar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DOLAR CAJA,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USD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Dolar Caja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26,63%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28,74%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22,53%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2026-05-17T02:51:36Z</dcterms:created>
  <dcterms:modified xsi:type="dcterms:W3CDTF">2026-05-17T02:51:36Z</dcterms:modified>
</cp:coreProperties>
</file>