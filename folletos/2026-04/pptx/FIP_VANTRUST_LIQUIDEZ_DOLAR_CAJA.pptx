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Sheet1!$B$2:$B$41</c:f>
              <c:numCache>
                <c:formatCode>General</c:formatCode>
                <c:ptCount val="40"/>
                <c:pt idx="0">
                  <c:v>100</c:v>
                </c:pt>
                <c:pt idx="1">
                  <c:v>100.88</c:v>
                </c:pt>
                <c:pt idx="2">
                  <c:v>101.86</c:v>
                </c:pt>
                <c:pt idx="3">
                  <c:v>102.76</c:v>
                </c:pt>
                <c:pt idx="4">
                  <c:v>103.82</c:v>
                </c:pt>
                <c:pt idx="5">
                  <c:v>104.8</c:v>
                </c:pt>
                <c:pt idx="6">
                  <c:v>105.82</c:v>
                </c:pt>
                <c:pt idx="7">
                  <c:v>106.76</c:v>
                </c:pt>
                <c:pt idx="8">
                  <c:v>107.59</c:v>
                </c:pt>
                <c:pt idx="9">
                  <c:v>108.5</c:v>
                </c:pt>
                <c:pt idx="10">
                  <c:v>109.31</c:v>
                </c:pt>
                <c:pt idx="11">
                  <c:v>110.09</c:v>
                </c:pt>
                <c:pt idx="12">
                  <c:v>110.9</c:v>
                </c:pt>
                <c:pt idx="13">
                  <c:v>111.58</c:v>
                </c:pt>
                <c:pt idx="14">
                  <c:v>112.21</c:v>
                </c:pt>
                <c:pt idx="15">
                  <c:v>112.89</c:v>
                </c:pt>
                <c:pt idx="16">
                  <c:v>113.51</c:v>
                </c:pt>
                <c:pt idx="17">
                  <c:v>114.04</c:v>
                </c:pt>
                <c:pt idx="18">
                  <c:v>114.64</c:v>
                </c:pt>
                <c:pt idx="19">
                  <c:v>115.19</c:v>
                </c:pt>
                <c:pt idx="20">
                  <c:v>115.74</c:v>
                </c:pt>
                <c:pt idx="21">
                  <c:v>116.26</c:v>
                </c:pt>
                <c:pt idx="22">
                  <c:v>116.77</c:v>
                </c:pt>
                <c:pt idx="23">
                  <c:v>117.29</c:v>
                </c:pt>
                <c:pt idx="24">
                  <c:v>117.81</c:v>
                </c:pt>
                <c:pt idx="25">
                  <c:v>118.27</c:v>
                </c:pt>
                <c:pt idx="26">
                  <c:v>118.78</c:v>
                </c:pt>
                <c:pt idx="27">
                  <c:v>119.28</c:v>
                </c:pt>
                <c:pt idx="28">
                  <c:v>119.78</c:v>
                </c:pt>
                <c:pt idx="29">
                  <c:v>120.29</c:v>
                </c:pt>
                <c:pt idx="30">
                  <c:v>120.81</c:v>
                </c:pt>
                <c:pt idx="31">
                  <c:v>121.27</c:v>
                </c:pt>
                <c:pt idx="32">
                  <c:v>121.93</c:v>
                </c:pt>
                <c:pt idx="33">
                  <c:v>122.27</c:v>
                </c:pt>
                <c:pt idx="34">
                  <c:v>122.74</c:v>
                </c:pt>
                <c:pt idx="35">
                  <c:v>123.25</c:v>
                </c:pt>
                <c:pt idx="36">
                  <c:v>123.73</c:v>
                </c:pt>
                <c:pt idx="37">
                  <c:v>124.17</c:v>
                </c:pt>
                <c:pt idx="38">
                  <c:v>124.66</c:v>
                </c:pt>
                <c:pt idx="39">
                  <c:v>92.95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LIQUIDEZ DÓLAR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Sheet1!$C$2:$C$41</c:f>
              <c:numCache>
                <c:formatCode>General</c:formatCode>
                <c:ptCount val="40"/>
                <c:pt idx="0">
                  <c:v>100</c:v>
                </c:pt>
                <c:pt idx="1">
                  <c:v>100.15</c:v>
                </c:pt>
                <c:pt idx="2">
                  <c:v>100.49</c:v>
                </c:pt>
                <c:pt idx="3">
                  <c:v>100.88</c:v>
                </c:pt>
                <c:pt idx="4">
                  <c:v>101.36</c:v>
                </c:pt>
                <c:pt idx="5">
                  <c:v>101.74</c:v>
                </c:pt>
                <c:pt idx="6">
                  <c:v>102.22</c:v>
                </c:pt>
                <c:pt idx="7">
                  <c:v>102.72</c:v>
                </c:pt>
                <c:pt idx="8">
                  <c:v>103.21</c:v>
                </c:pt>
                <c:pt idx="9">
                  <c:v>103.75</c:v>
                </c:pt>
                <c:pt idx="10">
                  <c:v>104.22</c:v>
                </c:pt>
                <c:pt idx="11">
                  <c:v>104.69</c:v>
                </c:pt>
                <c:pt idx="12">
                  <c:v>105.17</c:v>
                </c:pt>
                <c:pt idx="13">
                  <c:v>105.58</c:v>
                </c:pt>
                <c:pt idx="14">
                  <c:v>105.98</c:v>
                </c:pt>
                <c:pt idx="15">
                  <c:v>106.47</c:v>
                </c:pt>
                <c:pt idx="16">
                  <c:v>106.9</c:v>
                </c:pt>
                <c:pt idx="17">
                  <c:v>107.39</c:v>
                </c:pt>
                <c:pt idx="18">
                  <c:v>107.72</c:v>
                </c:pt>
                <c:pt idx="19">
                  <c:v>108.08</c:v>
                </c:pt>
                <c:pt idx="20">
                  <c:v>108.43</c:v>
                </c:pt>
                <c:pt idx="21">
                  <c:v>108.81</c:v>
                </c:pt>
                <c:pt idx="22">
                  <c:v>109.21</c:v>
                </c:pt>
                <c:pt idx="23">
                  <c:v>109.62</c:v>
                </c:pt>
                <c:pt idx="24">
                  <c:v>110</c:v>
                </c:pt>
                <c:pt idx="25">
                  <c:v>110.35</c:v>
                </c:pt>
                <c:pt idx="26">
                  <c:v>110.76</c:v>
                </c:pt>
                <c:pt idx="27">
                  <c:v>111.18</c:v>
                </c:pt>
                <c:pt idx="28">
                  <c:v>111.58</c:v>
                </c:pt>
                <c:pt idx="29">
                  <c:v>112</c:v>
                </c:pt>
                <c:pt idx="30">
                  <c:v>112.46</c:v>
                </c:pt>
                <c:pt idx="31">
                  <c:v>112.96</c:v>
                </c:pt>
                <c:pt idx="32">
                  <c:v>113.42</c:v>
                </c:pt>
                <c:pt idx="33">
                  <c:v>113.9</c:v>
                </c:pt>
                <c:pt idx="34">
                  <c:v>114.35</c:v>
                </c:pt>
                <c:pt idx="35">
                  <c:v>114.86</c:v>
                </c:pt>
                <c:pt idx="36">
                  <c:v>115.34</c:v>
                </c:pt>
                <c:pt idx="37">
                  <c:v>115.69</c:v>
                </c:pt>
                <c:pt idx="38">
                  <c:v>116.24</c:v>
                </c:pt>
                <c:pt idx="39">
                  <c:v>116.71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</c:f>
              <c:multiLvlStrCache>
                <c:ptCount val="40"/>
                <c:lvl>
                  <c:pt idx="0">
                    <c:v>Jan 2023</c:v>
                  </c:pt>
                  <c:pt idx="1">
                    <c:v>Feb 2023</c:v>
                  </c:pt>
                  <c:pt idx="2">
                    <c:v>Mar 2023</c:v>
                  </c:pt>
                  <c:pt idx="3">
                    <c:v>Apr 2023</c:v>
                  </c:pt>
                  <c:pt idx="4">
                    <c:v>May 2023</c:v>
                  </c:pt>
                  <c:pt idx="5">
                    <c:v>Jun 2023</c:v>
                  </c:pt>
                  <c:pt idx="6">
                    <c:v>Jul 2023</c:v>
                  </c:pt>
                  <c:pt idx="7">
                    <c:v>Aug 2023</c:v>
                  </c:pt>
                  <c:pt idx="8">
                    <c:v>Sep 2023</c:v>
                  </c:pt>
                  <c:pt idx="9">
                    <c:v>Oct 2023</c:v>
                  </c:pt>
                  <c:pt idx="10">
                    <c:v>Nov 2023</c:v>
                  </c:pt>
                  <c:pt idx="11">
                    <c:v>Dec 2023</c:v>
                  </c:pt>
                  <c:pt idx="12">
                    <c:v>Jan 2024</c:v>
                  </c:pt>
                  <c:pt idx="13">
                    <c:v>Feb 2024</c:v>
                  </c:pt>
                  <c:pt idx="14">
                    <c:v>Mar 2024</c:v>
                  </c:pt>
                  <c:pt idx="15">
                    <c:v>Apr 2024</c:v>
                  </c:pt>
                  <c:pt idx="16">
                    <c:v>May 2024</c:v>
                  </c:pt>
                  <c:pt idx="17">
                    <c:v>Jun 2024</c:v>
                  </c:pt>
                  <c:pt idx="18">
                    <c:v>Jul 2024</c:v>
                  </c:pt>
                  <c:pt idx="19">
                    <c:v>Aug 2024</c:v>
                  </c:pt>
                  <c:pt idx="20">
                    <c:v>Sep 2024</c:v>
                  </c:pt>
                  <c:pt idx="21">
                    <c:v>Oct 2024</c:v>
                  </c:pt>
                  <c:pt idx="22">
                    <c:v>Nov 2024</c:v>
                  </c:pt>
                  <c:pt idx="23">
                    <c:v>Dec 2024</c:v>
                  </c:pt>
                  <c:pt idx="24">
                    <c:v>Jan 2025</c:v>
                  </c:pt>
                  <c:pt idx="25">
                    <c:v>Feb 2025</c:v>
                  </c:pt>
                  <c:pt idx="26">
                    <c:v>Mar 2025</c:v>
                  </c:pt>
                  <c:pt idx="27">
                    <c:v>Apr 2025</c:v>
                  </c:pt>
                  <c:pt idx="28">
                    <c:v>May 2025</c:v>
                  </c:pt>
                  <c:pt idx="29">
                    <c:v>Jun 2025</c:v>
                  </c:pt>
                  <c:pt idx="30">
                    <c:v>Jul 2025</c:v>
                  </c:pt>
                  <c:pt idx="31">
                    <c:v>Aug 2025</c:v>
                  </c:pt>
                  <c:pt idx="32">
                    <c:v>Sep 2025</c:v>
                  </c:pt>
                  <c:pt idx="33">
                    <c:v>Oct 2025</c:v>
                  </c:pt>
                  <c:pt idx="34">
                    <c:v>Nov 2025</c:v>
                  </c:pt>
                  <c:pt idx="35">
                    <c:v>Dec 2025</c:v>
                  </c:pt>
                  <c:pt idx="36">
                    <c:v>Jan 2026</c:v>
                  </c:pt>
                  <c:pt idx="37">
                    <c:v>Feb 2026</c:v>
                  </c:pt>
                  <c:pt idx="38">
                    <c:v>Mar 2026</c:v>
                  </c:pt>
                  <c:pt idx="39">
                    <c:v>Apr 2026</c:v>
                  </c:pt>
                </c:lvl>
              </c:multiLvlStrCache>
            </c:multiLvlStrRef>
          </c:cat>
          <c:val>
            <c:numRef>
              <c:f>Sheet1!$D$2:$D$41</c:f>
              <c:numCache>
                <c:formatCode>General</c:formatCode>
                <c:ptCount val="40"/>
                <c:pt idx="0">
                  <c:v>100</c:v>
                </c:pt>
                <c:pt idx="1">
                  <c:v>100.32</c:v>
                </c:pt>
                <c:pt idx="2">
                  <c:v>100.68</c:v>
                </c:pt>
                <c:pt idx="3">
                  <c:v>101.02</c:v>
                </c:pt>
                <c:pt idx="4">
                  <c:v>101.42</c:v>
                </c:pt>
                <c:pt idx="5">
                  <c:v>101.81</c:v>
                </c:pt>
                <c:pt idx="6">
                  <c:v>102.21</c:v>
                </c:pt>
                <c:pt idx="7">
                  <c:v>102.63</c:v>
                </c:pt>
                <c:pt idx="8">
                  <c:v>103.03</c:v>
                </c:pt>
                <c:pt idx="9">
                  <c:v>103.43</c:v>
                </c:pt>
                <c:pt idx="10">
                  <c:v>103.79</c:v>
                </c:pt>
                <c:pt idx="11">
                  <c:v>104.2</c:v>
                </c:pt>
                <c:pt idx="12">
                  <c:v>104.6</c:v>
                </c:pt>
                <c:pt idx="13">
                  <c:v>104.97</c:v>
                </c:pt>
                <c:pt idx="14">
                  <c:v>105.32</c:v>
                </c:pt>
                <c:pt idx="15">
                  <c:v>105.73</c:v>
                </c:pt>
                <c:pt idx="16">
                  <c:v>106.12</c:v>
                </c:pt>
                <c:pt idx="17">
                  <c:v>106.5</c:v>
                </c:pt>
                <c:pt idx="18">
                  <c:v>106.88</c:v>
                </c:pt>
                <c:pt idx="19">
                  <c:v>107.28</c:v>
                </c:pt>
                <c:pt idx="20">
                  <c:v>107.64</c:v>
                </c:pt>
                <c:pt idx="21">
                  <c:v>108.01</c:v>
                </c:pt>
                <c:pt idx="22">
                  <c:v>108.35</c:v>
                </c:pt>
                <c:pt idx="23">
                  <c:v>108.69</c:v>
                </c:pt>
                <c:pt idx="24">
                  <c:v>109.02</c:v>
                </c:pt>
                <c:pt idx="25">
                  <c:v>109.33</c:v>
                </c:pt>
                <c:pt idx="26">
                  <c:v>109.65</c:v>
                </c:pt>
                <c:pt idx="27">
                  <c:v>109.96</c:v>
                </c:pt>
                <c:pt idx="28">
                  <c:v>110.28</c:v>
                </c:pt>
                <c:pt idx="29">
                  <c:v>110.6</c:v>
                </c:pt>
                <c:pt idx="30">
                  <c:v>110.93</c:v>
                </c:pt>
                <c:pt idx="31">
                  <c:v>111.26</c:v>
                </c:pt>
                <c:pt idx="32">
                  <c:v>111.59</c:v>
                </c:pt>
                <c:pt idx="33">
                  <c:v>111.92</c:v>
                </c:pt>
                <c:pt idx="34">
                  <c:v>112.23</c:v>
                </c:pt>
                <c:pt idx="35">
                  <c:v>112.55</c:v>
                </c:pt>
                <c:pt idx="36">
                  <c:v>112.88</c:v>
                </c:pt>
                <c:pt idx="37">
                  <c:v>113.16</c:v>
                </c:pt>
                <c:pt idx="38">
                  <c:v>113.47</c:v>
                </c:pt>
                <c:pt idx="39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4"/>
      </c:catAx>
      <c:valAx>
        <c:axId val="2094734552"/>
        <c:scaling>
          <c:orientation val="minMax"/>
          <c:min val="9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-404.49%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 DÓLAR CAJA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2026-05-19T13:58:45Z</dcterms:created>
  <dcterms:modified xsi:type="dcterms:W3CDTF">2026-05-19T13:58:45Z</dcterms:modified>
</cp:coreProperties>
</file>