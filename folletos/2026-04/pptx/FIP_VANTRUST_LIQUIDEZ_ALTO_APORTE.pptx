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74,77%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13,75%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7,70%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18872" y="2871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490472" y="287121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3,78%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118872" y="31363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2278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8872" y="34107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8872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4838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29,59%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685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6850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53,11%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8862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8862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17,30%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118872" y="40873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1490472" y="40873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2026-05-15T23:37:40Z</dcterms:created>
  <dcterms:modified xsi:type="dcterms:W3CDTF">2026-05-15T23:37:40Z</dcterms:modified>
</cp:coreProperties>
</file>