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100.15</c:v>
                </c:pt>
                <c:pt idx="5">
                  <c:v>100.19</c:v>
                </c:pt>
                <c:pt idx="6">
                  <c:v>100.22</c:v>
                </c:pt>
                <c:pt idx="7">
                  <c:v>100.24</c:v>
                </c:pt>
                <c:pt idx="8">
                  <c:v>100.27</c:v>
                </c:pt>
                <c:pt idx="9">
                  <c:v>100.3</c:v>
                </c:pt>
                <c:pt idx="10">
                  <c:v>100.32</c:v>
                </c:pt>
                <c:pt idx="11">
                  <c:v>100.35</c:v>
                </c:pt>
                <c:pt idx="12">
                  <c:v>100.4</c:v>
                </c:pt>
                <c:pt idx="13">
                  <c:v>100.46</c:v>
                </c:pt>
                <c:pt idx="14">
                  <c:v>100.59</c:v>
                </c:pt>
                <c:pt idx="15">
                  <c:v>100.8</c:v>
                </c:pt>
                <c:pt idx="16">
                  <c:v>101.01</c:v>
                </c:pt>
                <c:pt idx="17">
                  <c:v>101.33</c:v>
                </c:pt>
                <c:pt idx="18">
                  <c:v>101.68</c:v>
                </c:pt>
                <c:pt idx="19">
                  <c:v>102.12</c:v>
                </c:pt>
                <c:pt idx="20">
                  <c:v>102.61</c:v>
                </c:pt>
                <c:pt idx="21">
                  <c:v>103.17</c:v>
                </c:pt>
                <c:pt idx="22">
                  <c:v>103.9</c:v>
                </c:pt>
                <c:pt idx="23">
                  <c:v>104.67</c:v>
                </c:pt>
                <c:pt idx="24">
                  <c:v>105.46</c:v>
                </c:pt>
                <c:pt idx="25">
                  <c:v>106.41</c:v>
                </c:pt>
                <c:pt idx="26">
                  <c:v>107.35</c:v>
                </c:pt>
                <c:pt idx="27">
                  <c:v>108.27</c:v>
                </c:pt>
                <c:pt idx="28">
                  <c:v>109.39</c:v>
                </c:pt>
                <c:pt idx="29">
                  <c:v>110.42</c:v>
                </c:pt>
                <c:pt idx="30">
                  <c:v>111.53</c:v>
                </c:pt>
                <c:pt idx="31">
                  <c:v>112.51</c:v>
                </c:pt>
                <c:pt idx="32">
                  <c:v>113.61</c:v>
                </c:pt>
                <c:pt idx="33">
                  <c:v>114.6</c:v>
                </c:pt>
                <c:pt idx="34">
                  <c:v>115.79</c:v>
                </c:pt>
                <c:pt idx="35">
                  <c:v>116.88</c:v>
                </c:pt>
                <c:pt idx="36">
                  <c:v>118.02</c:v>
                </c:pt>
                <c:pt idx="37">
                  <c:v>119.07</c:v>
                </c:pt>
                <c:pt idx="38">
                  <c:v>119.99</c:v>
                </c:pt>
                <c:pt idx="39">
                  <c:v>121.01</c:v>
                </c:pt>
                <c:pt idx="40">
                  <c:v>121.92</c:v>
                </c:pt>
                <c:pt idx="41">
                  <c:v>122.78</c:v>
                </c:pt>
                <c:pt idx="42">
                  <c:v>123.69</c:v>
                </c:pt>
                <c:pt idx="43">
                  <c:v>124.44</c:v>
                </c:pt>
                <c:pt idx="44">
                  <c:v>125.15</c:v>
                </c:pt>
                <c:pt idx="45">
                  <c:v>125.91</c:v>
                </c:pt>
                <c:pt idx="46">
                  <c:v>126.6</c:v>
                </c:pt>
                <c:pt idx="47">
                  <c:v>127.19</c:v>
                </c:pt>
                <c:pt idx="48">
                  <c:v>127.86</c:v>
                </c:pt>
                <c:pt idx="49">
                  <c:v>128.47</c:v>
                </c:pt>
                <c:pt idx="50">
                  <c:v>129.09</c:v>
                </c:pt>
                <c:pt idx="51">
                  <c:v>129.67</c:v>
                </c:pt>
                <c:pt idx="52">
                  <c:v>130.24</c:v>
                </c:pt>
                <c:pt idx="53">
                  <c:v>130.82</c:v>
                </c:pt>
                <c:pt idx="54">
                  <c:v>131.4</c:v>
                </c:pt>
                <c:pt idx="55">
                  <c:v>131.91</c:v>
                </c:pt>
                <c:pt idx="56">
                  <c:v>132.48</c:v>
                </c:pt>
                <c:pt idx="57">
                  <c:v>133.03</c:v>
                </c:pt>
                <c:pt idx="58">
                  <c:v>133.59</c:v>
                </c:pt>
                <c:pt idx="59">
                  <c:v>134.16</c:v>
                </c:pt>
                <c:pt idx="60">
                  <c:v>134.74</c:v>
                </c:pt>
                <c:pt idx="61">
                  <c:v>135.26</c:v>
                </c:pt>
                <c:pt idx="62">
                  <c:v>135.83</c:v>
                </c:pt>
                <c:pt idx="63">
                  <c:v>136.37</c:v>
                </c:pt>
                <c:pt idx="64">
                  <c:v>136.89</c:v>
                </c:pt>
                <c:pt idx="65">
                  <c:v>137.46</c:v>
                </c:pt>
                <c:pt idx="66">
                  <c:v>137.99</c:v>
                </c:pt>
                <c:pt idx="67">
                  <c:v>138.49</c:v>
                </c:pt>
                <c:pt idx="68">
                  <c:v>139.03</c:v>
                </c:pt>
                <c:pt idx="69">
                  <c:v>139.55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Sheet1!$C$2:$C$71</c:f>
              <c:numCache>
                <c:formatCode>General</c:formatCode>
                <c:ptCount val="70"/>
                <c:pt idx="0">
                  <c:v>100</c:v>
                </c:pt>
                <c:pt idx="1">
                  <c:v>100.19</c:v>
                </c:pt>
                <c:pt idx="2">
                  <c:v>100.38</c:v>
                </c:pt>
                <c:pt idx="3">
                  <c:v>100.58</c:v>
                </c:pt>
                <c:pt idx="4">
                  <c:v>100.77</c:v>
                </c:pt>
                <c:pt idx="5">
                  <c:v>100.83</c:v>
                </c:pt>
                <c:pt idx="6">
                  <c:v>101.01</c:v>
                </c:pt>
                <c:pt idx="7">
                  <c:v>101.21</c:v>
                </c:pt>
                <c:pt idx="8">
                  <c:v>101.35</c:v>
                </c:pt>
                <c:pt idx="9">
                  <c:v>101.51</c:v>
                </c:pt>
                <c:pt idx="10">
                  <c:v>101.72</c:v>
                </c:pt>
                <c:pt idx="11">
                  <c:v>101.89</c:v>
                </c:pt>
                <c:pt idx="12">
                  <c:v>102.02</c:v>
                </c:pt>
                <c:pt idx="13">
                  <c:v>102.15</c:v>
                </c:pt>
                <c:pt idx="14">
                  <c:v>102.33</c:v>
                </c:pt>
                <c:pt idx="15">
                  <c:v>102.52</c:v>
                </c:pt>
                <c:pt idx="16">
                  <c:v>102.75</c:v>
                </c:pt>
                <c:pt idx="17">
                  <c:v>103.04</c:v>
                </c:pt>
                <c:pt idx="18">
                  <c:v>103.42</c:v>
                </c:pt>
                <c:pt idx="19">
                  <c:v>103.88</c:v>
                </c:pt>
                <c:pt idx="20">
                  <c:v>104.44</c:v>
                </c:pt>
                <c:pt idx="21">
                  <c:v>105.2</c:v>
                </c:pt>
                <c:pt idx="22">
                  <c:v>106.11</c:v>
                </c:pt>
                <c:pt idx="23">
                  <c:v>106.95</c:v>
                </c:pt>
                <c:pt idx="24">
                  <c:v>107.86</c:v>
                </c:pt>
                <c:pt idx="25">
                  <c:v>108.85</c:v>
                </c:pt>
                <c:pt idx="26">
                  <c:v>109.85</c:v>
                </c:pt>
                <c:pt idx="27">
                  <c:v>110.88</c:v>
                </c:pt>
                <c:pt idx="28">
                  <c:v>112.12</c:v>
                </c:pt>
                <c:pt idx="29">
                  <c:v>113.42</c:v>
                </c:pt>
                <c:pt idx="30">
                  <c:v>114.79</c:v>
                </c:pt>
                <c:pt idx="31">
                  <c:v>115.92</c:v>
                </c:pt>
                <c:pt idx="32">
                  <c:v>117.29</c:v>
                </c:pt>
                <c:pt idx="33">
                  <c:v>118.44</c:v>
                </c:pt>
                <c:pt idx="34">
                  <c:v>119.79</c:v>
                </c:pt>
                <c:pt idx="35">
                  <c:v>121.04</c:v>
                </c:pt>
                <c:pt idx="36">
                  <c:v>122.37</c:v>
                </c:pt>
                <c:pt idx="37">
                  <c:v>123.62</c:v>
                </c:pt>
                <c:pt idx="38">
                  <c:v>124.8</c:v>
                </c:pt>
                <c:pt idx="39">
                  <c:v>126</c:v>
                </c:pt>
                <c:pt idx="40">
                  <c:v>127.11</c:v>
                </c:pt>
                <c:pt idx="41">
                  <c:v>128.23</c:v>
                </c:pt>
                <c:pt idx="42">
                  <c:v>129.37</c:v>
                </c:pt>
                <c:pt idx="43">
                  <c:v>130.24</c:v>
                </c:pt>
                <c:pt idx="44">
                  <c:v>131.15</c:v>
                </c:pt>
                <c:pt idx="45">
                  <c:v>132.01</c:v>
                </c:pt>
                <c:pt idx="46">
                  <c:v>132.87</c:v>
                </c:pt>
                <c:pt idx="47">
                  <c:v>133.64</c:v>
                </c:pt>
                <c:pt idx="48">
                  <c:v>134.36</c:v>
                </c:pt>
                <c:pt idx="49">
                  <c:v>135.09</c:v>
                </c:pt>
                <c:pt idx="50">
                  <c:v>135.78</c:v>
                </c:pt>
                <c:pt idx="51">
                  <c:v>136.46</c:v>
                </c:pt>
                <c:pt idx="52">
                  <c:v>137.11</c:v>
                </c:pt>
                <c:pt idx="53">
                  <c:v>137.78</c:v>
                </c:pt>
                <c:pt idx="54">
                  <c:v>138.42</c:v>
                </c:pt>
                <c:pt idx="55">
                  <c:v>139.07</c:v>
                </c:pt>
                <c:pt idx="56">
                  <c:v>139.86</c:v>
                </c:pt>
                <c:pt idx="57">
                  <c:v>140.64</c:v>
                </c:pt>
                <c:pt idx="58">
                  <c:v>141.46</c:v>
                </c:pt>
                <c:pt idx="59">
                  <c:v>142.28</c:v>
                </c:pt>
                <c:pt idx="60">
                  <c:v>143.04</c:v>
                </c:pt>
                <c:pt idx="61">
                  <c:v>143.85</c:v>
                </c:pt>
                <c:pt idx="62">
                  <c:v>144.66</c:v>
                </c:pt>
                <c:pt idx="63">
                  <c:v>145.52</c:v>
                </c:pt>
                <c:pt idx="64">
                  <c:v>146.37</c:v>
                </c:pt>
                <c:pt idx="65">
                  <c:v>147.23</c:v>
                </c:pt>
                <c:pt idx="66">
                  <c:v>148.14</c:v>
                </c:pt>
                <c:pt idx="67">
                  <c:v>148.99</c:v>
                </c:pt>
                <c:pt idx="68">
                  <c:v>149.89</c:v>
                </c:pt>
                <c:pt idx="69">
                  <c:v>150.79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Sheet1!$D$2:$D$71</c:f>
              <c:numCache>
                <c:formatCode>General</c:formatCode>
                <c:ptCount val="70"/>
                <c:pt idx="0">
                  <c:v>100</c:v>
                </c:pt>
                <c:pt idx="1">
                  <c:v>100.02</c:v>
                </c:pt>
                <c:pt idx="2">
                  <c:v>100.03</c:v>
                </c:pt>
                <c:pt idx="3">
                  <c:v>100.03</c:v>
                </c:pt>
                <c:pt idx="4">
                  <c:v>100.04</c:v>
                </c:pt>
                <c:pt idx="5">
                  <c:v>100.05</c:v>
                </c:pt>
                <c:pt idx="6">
                  <c:v>100.05</c:v>
                </c:pt>
                <c:pt idx="7">
                  <c:v>100.06</c:v>
                </c:pt>
                <c:pt idx="8">
                  <c:v>100.06</c:v>
                </c:pt>
                <c:pt idx="9">
                  <c:v>100.07</c:v>
                </c:pt>
                <c:pt idx="10">
                  <c:v>100.07</c:v>
                </c:pt>
                <c:pt idx="11">
                  <c:v>100.08</c:v>
                </c:pt>
                <c:pt idx="12">
                  <c:v>100.09</c:v>
                </c:pt>
                <c:pt idx="13">
                  <c:v>100.09</c:v>
                </c:pt>
                <c:pt idx="14">
                  <c:v>100.08</c:v>
                </c:pt>
                <c:pt idx="15">
                  <c:v>100.18</c:v>
                </c:pt>
                <c:pt idx="16">
                  <c:v>100.31</c:v>
                </c:pt>
                <c:pt idx="17">
                  <c:v>100.49</c:v>
                </c:pt>
                <c:pt idx="18">
                  <c:v>100.75</c:v>
                </c:pt>
                <c:pt idx="19">
                  <c:v>101.08</c:v>
                </c:pt>
                <c:pt idx="20">
                  <c:v>101.47</c:v>
                </c:pt>
                <c:pt idx="21">
                  <c:v>101.93</c:v>
                </c:pt>
                <c:pt idx="22">
                  <c:v>102.49</c:v>
                </c:pt>
                <c:pt idx="23">
                  <c:v>103.09</c:v>
                </c:pt>
                <c:pt idx="24">
                  <c:v>103.77</c:v>
                </c:pt>
                <c:pt idx="25">
                  <c:v>104.5</c:v>
                </c:pt>
                <c:pt idx="26">
                  <c:v>105.26</c:v>
                </c:pt>
                <c:pt idx="27">
                  <c:v>106.02</c:v>
                </c:pt>
                <c:pt idx="28">
                  <c:v>106.95</c:v>
                </c:pt>
                <c:pt idx="29">
                  <c:v>107.8</c:v>
                </c:pt>
                <c:pt idx="30">
                  <c:v>108.71</c:v>
                </c:pt>
                <c:pt idx="31">
                  <c:v>109.51</c:v>
                </c:pt>
                <c:pt idx="32">
                  <c:v>110.41</c:v>
                </c:pt>
                <c:pt idx="33">
                  <c:v>111.23</c:v>
                </c:pt>
                <c:pt idx="34">
                  <c:v>112.22</c:v>
                </c:pt>
                <c:pt idx="35">
                  <c:v>113.11</c:v>
                </c:pt>
                <c:pt idx="36">
                  <c:v>114.04</c:v>
                </c:pt>
                <c:pt idx="37">
                  <c:v>114.91</c:v>
                </c:pt>
                <c:pt idx="38">
                  <c:v>115.69</c:v>
                </c:pt>
                <c:pt idx="39">
                  <c:v>116.46</c:v>
                </c:pt>
                <c:pt idx="40">
                  <c:v>117.18</c:v>
                </c:pt>
                <c:pt idx="41">
                  <c:v>117.89</c:v>
                </c:pt>
                <c:pt idx="42">
                  <c:v>118.59</c:v>
                </c:pt>
                <c:pt idx="43">
                  <c:v>119.19</c:v>
                </c:pt>
                <c:pt idx="44">
                  <c:v>119.72</c:v>
                </c:pt>
                <c:pt idx="45">
                  <c:v>120.28</c:v>
                </c:pt>
                <c:pt idx="46">
                  <c:v>120.79</c:v>
                </c:pt>
                <c:pt idx="47">
                  <c:v>121.23</c:v>
                </c:pt>
                <c:pt idx="48">
                  <c:v>121.67</c:v>
                </c:pt>
                <c:pt idx="49">
                  <c:v>122.11</c:v>
                </c:pt>
                <c:pt idx="50">
                  <c:v>122.52</c:v>
                </c:pt>
                <c:pt idx="51">
                  <c:v>122.94</c:v>
                </c:pt>
                <c:pt idx="52">
                  <c:v>123.34</c:v>
                </c:pt>
                <c:pt idx="53">
                  <c:v>123.73</c:v>
                </c:pt>
                <c:pt idx="54">
                  <c:v>124.11</c:v>
                </c:pt>
                <c:pt idx="55">
                  <c:v>124.45</c:v>
                </c:pt>
                <c:pt idx="56">
                  <c:v>124.83</c:v>
                </c:pt>
                <c:pt idx="57">
                  <c:v>125.2</c:v>
                </c:pt>
                <c:pt idx="58">
                  <c:v>125.59</c:v>
                </c:pt>
                <c:pt idx="59">
                  <c:v>125.97</c:v>
                </c:pt>
                <c:pt idx="60">
                  <c:v>126.35</c:v>
                </c:pt>
                <c:pt idx="61">
                  <c:v>126.72</c:v>
                </c:pt>
                <c:pt idx="62">
                  <c:v>127.07</c:v>
                </c:pt>
                <c:pt idx="63">
                  <c:v>127.43</c:v>
                </c:pt>
                <c:pt idx="64">
                  <c:v>127.79</c:v>
                </c:pt>
                <c:pt idx="65">
                  <c:v>128.15</c:v>
                </c:pt>
                <c:pt idx="66">
                  <c:v>128.5</c:v>
                </c:pt>
                <c:pt idx="67">
                  <c:v>128.81</c:v>
                </c:pt>
                <c:pt idx="68">
                  <c:v>129.16</c:v>
                </c:pt>
                <c:pt idx="69">
                  <c:v>129.49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2026-05-19T12:06:43Z</dcterms:created>
  <dcterms:modified xsi:type="dcterms:W3CDTF">2026-05-19T12:06:43Z</dcterms:modified>
</cp:coreProperties>
</file>