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ALTO APORTE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1005.7</c:v>
                </c:pt>
                <c:pt idx="2">
                  <c:v>1011.38</c:v>
                </c:pt>
                <c:pt idx="3">
                  <c:v>1017.44</c:v>
                </c:pt>
                <c:pt idx="4">
                  <c:v>1023.48</c:v>
                </c:pt>
                <c:pt idx="5">
                  <c:v>1029.71</c:v>
                </c:pt>
                <c:pt idx="6">
                  <c:v>1035.88</c:v>
                </c:pt>
                <c:pt idx="7">
                  <c:v>1041.89</c:v>
                </c:pt>
                <c:pt idx="8">
                  <c:v>1048.22</c:v>
                </c:pt>
                <c:pt idx="9">
                  <c:v>1054.6</c:v>
                </c:pt>
                <c:pt idx="10">
                  <c:v>1055.66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907.63</c:v>
                </c:pt>
                <c:pt idx="1">
                  <c:v>909.53</c:v>
                </c:pt>
                <c:pt idx="2">
                  <c:v>913.59</c:v>
                </c:pt>
                <c:pt idx="3">
                  <c:v>913.59</c:v>
                </c:pt>
                <c:pt idx="4">
                  <c:v>915.24</c:v>
                </c:pt>
                <c:pt idx="5">
                  <c:v>917.14</c:v>
                </c:pt>
                <c:pt idx="6">
                  <c:v>919.08</c:v>
                </c:pt>
                <c:pt idx="7">
                  <c:v>921.04</c:v>
                </c:pt>
                <c:pt idx="8">
                  <c:v>923.01</c:v>
                </c:pt>
                <c:pt idx="9">
                  <c:v>925.03</c:v>
                </c:pt>
                <c:pt idx="10">
                  <c:v>926.95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Aporte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77.270.966-8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2022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0,1785%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Alto Aporte,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11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 Aporte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7,25%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29,59%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53,11%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17,30%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2026-05-18T12:53:38Z</dcterms:created>
  <dcterms:modified xsi:type="dcterms:W3CDTF">2026-05-18T12:53:38Z</dcterms:modified>
</cp:coreProperties>
</file>