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Alto Aporte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100.57</c:v>
                </c:pt>
                <c:pt idx="2">
                  <c:v>101.14</c:v>
                </c:pt>
                <c:pt idx="3">
                  <c:v>101.74</c:v>
                </c:pt>
                <c:pt idx="4">
                  <c:v>102.35</c:v>
                </c:pt>
                <c:pt idx="5">
                  <c:v>102.97</c:v>
                </c:pt>
                <c:pt idx="6">
                  <c:v>103.59</c:v>
                </c:pt>
                <c:pt idx="7">
                  <c:v>104.19</c:v>
                </c:pt>
                <c:pt idx="8">
                  <c:v>104.82</c:v>
                </c:pt>
                <c:pt idx="9">
                  <c:v>105.46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77.270.966-8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0,1785%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Aporte,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Aporte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29,59%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53,11%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17,30%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2026-05-18T22:50:26Z</dcterms:created>
  <dcterms:modified xsi:type="dcterms:W3CDTF">2026-05-18T22:50:26Z</dcterms:modified>
</cp:coreProperties>
</file>